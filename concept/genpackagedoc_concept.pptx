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3"/>
  </p:sldMasterIdLst>
  <p:notesMasterIdLst>
    <p:notesMasterId r:id="rId9"/>
  </p:notesMasterIdLst>
  <p:sldIdLst>
    <p:sldId id="256" r:id="rId4"/>
    <p:sldId id="259" r:id="rId5"/>
    <p:sldId id="294" r:id="rId6"/>
    <p:sldId id="297" r:id="rId7"/>
    <p:sldId id="296" r:id="rId8"/>
  </p:sldIdLst>
  <p:sldSz cx="10969625" cy="6170613"/>
  <p:notesSz cx="6858000" cy="9144000"/>
  <p:custDataLst>
    <p:tags r:id="rId10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1pPr>
    <a:lvl2pPr marL="411137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2pPr>
    <a:lvl3pPr marL="82227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3pPr>
    <a:lvl4pPr marL="123341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4pPr>
    <a:lvl5pPr marL="1644549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5pPr>
    <a:lvl6pPr marL="2055686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6pPr>
    <a:lvl7pPr marL="2466823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7pPr>
    <a:lvl8pPr marL="2877960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8pPr>
    <a:lvl9pPr marL="3289097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019A78B3-BDE7-47D7-A0FD-8288B82DECE0}">
          <p14:sldIdLst>
            <p14:sldId id="256"/>
            <p14:sldId id="259"/>
            <p14:sldId id="294"/>
            <p14:sldId id="297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9F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95" d="100"/>
          <a:sy n="95" d="100"/>
        </p:scale>
        <p:origin x="-168" y="-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0" d="100"/>
          <a:sy n="80" d="100"/>
        </p:scale>
        <p:origin x="390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0" Type="http://schemas.openxmlformats.org/officeDocument/2006/relationships/tags" Target="tags/tag1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07911F-CEAF-4F0B-98BD-EFB38C6572AA}" type="datetimeFigureOut">
              <a:rPr lang="de-DE" smtClean="0"/>
              <a:t>23.03.2026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2D48B2-9EB0-4B37-9B35-FC11E2EA53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3153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ackground 1" descr="bg1_d2_169.png">
            <a:extLst>
              <a:ext uri="{FF2B5EF4-FFF2-40B4-BE49-F238E27FC236}">
                <a16:creationId xmlns:a16="http://schemas.microsoft.com/office/drawing/2014/main" id="{896CC0FD-4256-4167-AE25-A738EE08895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" y="2"/>
            <a:ext cx="10969509" cy="617092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6" name="Grafik 4" descr="logo1_d2.png">
            <a:extLst>
              <a:ext uri="{FF2B5EF4-FFF2-40B4-BE49-F238E27FC236}">
                <a16:creationId xmlns:a16="http://schemas.microsoft.com/office/drawing/2014/main" id="{173BBCFB-9404-4FBA-9EEC-E8008B6044A2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7FD8C3B7-D4C2-49FB-A234-B9EF65EF0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9200" y="259200"/>
            <a:ext cx="9874800" cy="5205600"/>
          </a:xfrm>
          <a:ln w="0">
            <a:noFill/>
          </a:ln>
          <a:effectLst/>
        </p:spPr>
        <p:txBody>
          <a:bodyPr anchor="t" anchorCtr="0">
            <a:normAutofit/>
          </a:bodyPr>
          <a:lstStyle>
            <a:lvl1pPr algn="l">
              <a:lnSpc>
                <a:spcPct val="90000"/>
              </a:lnSpc>
              <a:defRPr sz="7999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1"/>
              <a:t>Add Pres. Title</a:t>
            </a:r>
          </a:p>
        </p:txBody>
      </p:sp>
      <p:pic>
        <p:nvPicPr>
          <p:cNvPr id="10" name="Grafik 3" descr="right_d2.png">
            <a:extLst>
              <a:ext uri="{FF2B5EF4-FFF2-40B4-BE49-F238E27FC236}">
                <a16:creationId xmlns:a16="http://schemas.microsoft.com/office/drawing/2014/main" id="{649683E7-5D3C-46E0-92A4-661F3C29C858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62193031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ackground 2" descr="bg2_d2_169.png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" y="2"/>
            <a:ext cx="10969509" cy="6170929"/>
          </a:xfrm>
          <a:prstGeom prst="rect">
            <a:avLst/>
          </a:prstGeom>
          <a:ln w="0">
            <a:noFill/>
          </a:ln>
          <a:effectLst/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7FD8C3B7-D4C2-49FB-A234-B9EF65EF0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9200" y="259200"/>
            <a:ext cx="9874800" cy="5205600"/>
          </a:xfrm>
          <a:ln w="0">
            <a:noFill/>
          </a:ln>
          <a:effectLst/>
        </p:spPr>
        <p:txBody>
          <a:bodyPr anchor="t" anchorCtr="0">
            <a:normAutofit/>
          </a:bodyPr>
          <a:lstStyle>
            <a:lvl1pPr algn="l">
              <a:lnSpc>
                <a:spcPct val="90000"/>
              </a:lnSpc>
              <a:defRPr sz="7999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1"/>
              <a:t>Add Pres. Title</a:t>
            </a:r>
          </a:p>
        </p:txBody>
      </p:sp>
      <p:pic>
        <p:nvPicPr>
          <p:cNvPr id="7" name="Grafik 4" descr="logo1_d2.png">
            <a:extLst>
              <a:ext uri="{FF2B5EF4-FFF2-40B4-BE49-F238E27FC236}">
                <a16:creationId xmlns:a16="http://schemas.microsoft.com/office/drawing/2014/main" id="{7868D6E5-0EC1-4883-8CF9-7E8712A5DE97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9" name="Grafik 3" descr="right_d2.png">
            <a:extLst>
              <a:ext uri="{FF2B5EF4-FFF2-40B4-BE49-F238E27FC236}">
                <a16:creationId xmlns:a16="http://schemas.microsoft.com/office/drawing/2014/main" id="{24DBB17F-A4BD-455D-A654-0625D135562B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81453195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ustom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FD8C3B7-D4C2-49FB-A234-B9EF65EF0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9200" y="259200"/>
            <a:ext cx="9874800" cy="5205600"/>
          </a:xfrm>
          <a:ln w="0">
            <a:noFill/>
          </a:ln>
          <a:effectLst/>
        </p:spPr>
        <p:txBody>
          <a:bodyPr anchor="t" anchorCtr="0">
            <a:normAutofit/>
          </a:bodyPr>
          <a:lstStyle>
            <a:lvl1pPr algn="l">
              <a:lnSpc>
                <a:spcPct val="90000"/>
              </a:lnSpc>
              <a:defRPr sz="7999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1"/>
              <a:t>Add Pres. Title</a:t>
            </a:r>
          </a:p>
        </p:txBody>
      </p:sp>
      <p:pic>
        <p:nvPicPr>
          <p:cNvPr id="7" name="Grafik 4" descr="logo1_d2.png">
            <a:extLst>
              <a:ext uri="{FF2B5EF4-FFF2-40B4-BE49-F238E27FC236}">
                <a16:creationId xmlns:a16="http://schemas.microsoft.com/office/drawing/2014/main" id="{EFF0EBDE-7B9D-4454-9B44-8763A24EC960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9" name="Grafik 3" descr="right_d2.png">
            <a:extLst>
              <a:ext uri="{FF2B5EF4-FFF2-40B4-BE49-F238E27FC236}">
                <a16:creationId xmlns:a16="http://schemas.microsoft.com/office/drawing/2014/main" id="{24DBB17F-A4BD-455D-A654-0625D135562B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76259289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hapter 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_title">
            <a:extLst>
              <a:ext uri="{FF2B5EF4-FFF2-40B4-BE49-F238E27FC236}">
                <a16:creationId xmlns:a16="http://schemas.microsoft.com/office/drawing/2014/main" id="{EE80FFE3-B9B2-433E-9111-10990FD419A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9200" y="259200"/>
            <a:ext cx="9874800" cy="5205600"/>
          </a:xfrm>
          <a:ln w="0">
            <a:noFill/>
          </a:ln>
          <a:effectLst/>
        </p:spPr>
        <p:txBody>
          <a:bodyPr anchor="t" anchorCtr="0"/>
          <a:lstStyle>
            <a:lvl1pPr algn="l">
              <a:lnSpc>
                <a:spcPct val="90000"/>
              </a:lnSpc>
              <a:defRPr sz="6500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1"/>
              <a:t>Add Chapter Title</a:t>
            </a:r>
          </a:p>
        </p:txBody>
      </p:sp>
      <p:pic>
        <p:nvPicPr>
          <p:cNvPr id="5" name="Grafik 4" descr="logo1_d2.png">
            <a:extLst>
              <a:ext uri="{FF2B5EF4-FFF2-40B4-BE49-F238E27FC236}">
                <a16:creationId xmlns:a16="http://schemas.microsoft.com/office/drawing/2014/main" id="{FC6E8050-6AB1-433E-A876-5E84688D10B0}"/>
              </a:ext>
            </a:extLst>
          </p:cNvPr>
          <p:cNvPicPr>
            <a:picLocks noSel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7" name="Grafik 3" descr="right_d2.png">
            <a:extLst>
              <a:ext uri="{FF2B5EF4-FFF2-40B4-BE49-F238E27FC236}">
                <a16:creationId xmlns:a16="http://schemas.microsoft.com/office/drawing/2014/main" id="{50EF21B3-288B-44C8-B2D9-3FFE25CF4E6C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82880939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200" y="259199"/>
            <a:ext cx="9874800" cy="5205600"/>
          </a:xfrm>
        </p:spPr>
        <p:txBody>
          <a:bodyPr anchor="ctr" anchorCtr="0"/>
          <a:lstStyle>
            <a:lvl1pPr>
              <a:lnSpc>
                <a:spcPct val="90000"/>
              </a:lnSpc>
              <a:defRPr sz="4000" i="1"/>
            </a:lvl1pPr>
          </a:lstStyle>
          <a:p>
            <a:r>
              <a:rPr lang="en-US" noProof="1"/>
              <a:t>“Add Quotation”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7" name="Grafik 3" descr="bottom_d2_169.png"/>
          <p:cNvPicPr>
            <a:picLocks noSel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90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11" name="Grafik 10" descr="logo2_d2.png">
            <a:extLst>
              <a:ext uri="{FF2B5EF4-FFF2-40B4-BE49-F238E27FC236}">
                <a16:creationId xmlns:a16="http://schemas.microsoft.com/office/drawing/2014/main" id="{77D5F5E1-4827-426B-99FE-8CE2E1270E26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2" name="Rectangle7">
            <a:extLst>
              <a:ext uri="{FF2B5EF4-FFF2-40B4-BE49-F238E27FC236}">
                <a16:creationId xmlns:a16="http://schemas.microsoft.com/office/drawing/2014/main" id="{855EB1A0-FDAA-4D62-99AE-E08E3E26E93B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5" name="Grafik 4" descr="logo1_d2.png">
            <a:extLst>
              <a:ext uri="{FF2B5EF4-FFF2-40B4-BE49-F238E27FC236}">
                <a16:creationId xmlns:a16="http://schemas.microsoft.com/office/drawing/2014/main" id="{6E018BBC-5CA8-4135-B38C-8681A1586972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041778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200" y="259199"/>
            <a:ext cx="9874800" cy="5205600"/>
          </a:xfrm>
        </p:spPr>
        <p:txBody>
          <a:bodyPr anchor="ctr" anchorCtr="0"/>
          <a:lstStyle>
            <a:lvl1pPr>
              <a:lnSpc>
                <a:spcPct val="90000"/>
              </a:lnSpc>
              <a:defRPr sz="4000" i="0"/>
            </a:lvl1pPr>
          </a:lstStyle>
          <a:p>
            <a:r>
              <a:rPr lang="en-US" noProof="1"/>
              <a:t>Add Conclusion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7" name="Grafik 3" descr="bottom_d2_169.png"/>
          <p:cNvPicPr>
            <a:picLocks noSel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11" name="Grafik 10" descr="logo2_d2.png">
            <a:extLst>
              <a:ext uri="{FF2B5EF4-FFF2-40B4-BE49-F238E27FC236}">
                <a16:creationId xmlns:a16="http://schemas.microsoft.com/office/drawing/2014/main" id="{77D5F5E1-4827-426B-99FE-8CE2E1270E26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0" name="Rectangle7">
            <a:extLst>
              <a:ext uri="{FF2B5EF4-FFF2-40B4-BE49-F238E27FC236}">
                <a16:creationId xmlns:a16="http://schemas.microsoft.com/office/drawing/2014/main" id="{72390B9F-3EB3-4FEE-B4B2-61FC80890073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4" name="Grafik 4" descr="logo1_d2.png">
            <a:extLst>
              <a:ext uri="{FF2B5EF4-FFF2-40B4-BE49-F238E27FC236}">
                <a16:creationId xmlns:a16="http://schemas.microsoft.com/office/drawing/2014/main" id="{30F7B7DF-6F0E-4921-B877-3E2AD7D8C29A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5323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" hasCustomPrompt="1"/>
          </p:nvPr>
        </p:nvSpPr>
        <p:spPr>
          <a:xfrm>
            <a:off x="259200" y="1296000"/>
            <a:ext cx="10450800" cy="4168800"/>
          </a:xfrm>
        </p:spPr>
        <p:txBody>
          <a:bodyPr/>
          <a:lstStyle>
            <a:lvl1pPr marL="251982" indent="-251982">
              <a:lnSpc>
                <a:spcPct val="107000"/>
              </a:lnSpc>
              <a:buFont typeface="+mj-lt"/>
              <a:buAutoNum type="arabicPeriod"/>
              <a:defRPr/>
            </a:lvl1pPr>
            <a:lvl2pPr marL="507563" indent="-273580">
              <a:lnSpc>
                <a:spcPct val="103000"/>
              </a:lnSpc>
              <a:buFont typeface="+mj-lt"/>
              <a:buAutoNum type="arabicPeriod"/>
              <a:defRPr/>
            </a:lvl2pPr>
            <a:lvl3pPr marL="730746" indent="-205185">
              <a:lnSpc>
                <a:spcPct val="102000"/>
              </a:lnSpc>
              <a:buFont typeface="+mj-lt"/>
              <a:buAutoNum type="arabicPeriod"/>
              <a:defRPr/>
            </a:lvl3pPr>
            <a:lvl4pPr marL="932331" indent="-183586">
              <a:lnSpc>
                <a:spcPct val="107000"/>
              </a:lnSpc>
              <a:buFont typeface="+mj-lt"/>
              <a:buAutoNum type="arabicPeriod"/>
              <a:defRPr/>
            </a:lvl4pPr>
            <a:lvl5pPr marL="932331" indent="-183586">
              <a:lnSpc>
                <a:spcPct val="103000"/>
              </a:lnSpc>
              <a:buFont typeface="+mj-lt"/>
              <a:buAutoNum type="arabicPeriod"/>
              <a:defRPr/>
            </a:lvl5pPr>
          </a:lstStyle>
          <a:p>
            <a:pPr lvl="0"/>
            <a:r>
              <a:rPr lang="en-US" noProof="1"/>
              <a:t>Add Text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Rectangle7" hidden="1"/>
          <p:cNvSpPr>
            <a:spLocks/>
          </p:cNvSpPr>
          <p:nvPr/>
        </p:nvSpPr>
        <p:spPr>
          <a:xfrm>
            <a:off x="9223200" y="259078"/>
            <a:ext cx="1692000" cy="777721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%attachmentremark% </a:t>
            </a:r>
          </a:p>
        </p:txBody>
      </p:sp>
      <p:pic>
        <p:nvPicPr>
          <p:cNvPr id="25" name="Grafik 3" descr="bottom_d2_169.png">
            <a:extLst>
              <a:ext uri="{FF2B5EF4-FFF2-40B4-BE49-F238E27FC236}">
                <a16:creationId xmlns:a16="http://schemas.microsoft.com/office/drawing/2014/main" id="{5924583E-7B93-41AC-AC5B-430C0AD45AC7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90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3" name="Grafik 32" descr="logo2_d2.png">
            <a:extLst>
              <a:ext uri="{FF2B5EF4-FFF2-40B4-BE49-F238E27FC236}">
                <a16:creationId xmlns:a16="http://schemas.microsoft.com/office/drawing/2014/main" id="{48E231CC-E3B9-4D96-AA06-B1CFFA847D96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3EC746CB-10AC-40C9-8647-79D1DEB9F93D}"/>
              </a:ext>
            </a:extLst>
          </p:cNvPr>
          <p:cNvSpPr txBox="1"/>
          <p:nvPr userDrawn="1"/>
        </p:nvSpPr>
        <p:spPr>
          <a:xfrm>
            <a:off x="259200" y="259200"/>
            <a:ext cx="10450800" cy="7776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Agenda</a:t>
            </a:r>
          </a:p>
        </p:txBody>
      </p:sp>
      <p:sp>
        <p:nvSpPr>
          <p:cNvPr id="12" name="Rectangle7">
            <a:extLst>
              <a:ext uri="{FF2B5EF4-FFF2-40B4-BE49-F238E27FC236}">
                <a16:creationId xmlns:a16="http://schemas.microsoft.com/office/drawing/2014/main" id="{F0D59F04-5C89-4857-A44C-3D9D9D3D938E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3" name="Grafik 4" descr="logo1_d2.png">
            <a:extLst>
              <a:ext uri="{FF2B5EF4-FFF2-40B4-BE49-F238E27FC236}">
                <a16:creationId xmlns:a16="http://schemas.microsoft.com/office/drawing/2014/main" id="{39A24C14-69FA-48C5-9BFC-E264F89C2E76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940310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4" name="Chapter_titleonly"/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28" name="Grafik 3" descr="bottom_d2_169.png">
            <a:extLst>
              <a:ext uri="{FF2B5EF4-FFF2-40B4-BE49-F238E27FC236}">
                <a16:creationId xmlns:a16="http://schemas.microsoft.com/office/drawing/2014/main" id="{EE92306B-89C4-4A4D-81C1-DE629B5A33A0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5" name="Grafik 34" descr="logo2_d2.png">
            <a:extLst>
              <a:ext uri="{FF2B5EF4-FFF2-40B4-BE49-F238E27FC236}">
                <a16:creationId xmlns:a16="http://schemas.microsoft.com/office/drawing/2014/main" id="{4A0BB653-08E0-42FB-832C-B4ECC24A4E72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0" name="Rectangle7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1" name="Grafik 4" descr="logo1_d2.png">
            <a:extLst>
              <a:ext uri="{FF2B5EF4-FFF2-40B4-BE49-F238E27FC236}">
                <a16:creationId xmlns:a16="http://schemas.microsoft.com/office/drawing/2014/main" id="{EA45B0BA-5E3B-4D0F-8BE3-B1AAA7A49623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822274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DE43D273-A15E-4B64-AFD2-1388D749B6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15" name="Chapter_titleonly">
            <a:extLst>
              <a:ext uri="{FF2B5EF4-FFF2-40B4-BE49-F238E27FC236}">
                <a16:creationId xmlns:a16="http://schemas.microsoft.com/office/drawing/2014/main" id="{5B281E01-A653-4813-BC65-8900B31D11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28" name="Grafik 3" descr="bottom_d2_169.png">
            <a:extLst>
              <a:ext uri="{FF2B5EF4-FFF2-40B4-BE49-F238E27FC236}">
                <a16:creationId xmlns:a16="http://schemas.microsoft.com/office/drawing/2014/main" id="{EE92306B-89C4-4A4D-81C1-DE629B5A33A0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5" name="Grafik 34" descr="logo2_d2.png">
            <a:extLst>
              <a:ext uri="{FF2B5EF4-FFF2-40B4-BE49-F238E27FC236}">
                <a16:creationId xmlns:a16="http://schemas.microsoft.com/office/drawing/2014/main" id="{4A0BB653-08E0-42FB-832C-B4ECC24A4E72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0" name="Rectangle7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1" name="Grafik 4" descr="logo1_d2.png">
            <a:extLst>
              <a:ext uri="{FF2B5EF4-FFF2-40B4-BE49-F238E27FC236}">
                <a16:creationId xmlns:a16="http://schemas.microsoft.com/office/drawing/2014/main" id="{EA45B0BA-5E3B-4D0F-8BE3-B1AAA7A49623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46C5CB-CB38-4AD2-99D2-34C738DF30C0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258762" y="1296000"/>
            <a:ext cx="104508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97738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vertical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pter_titleonly">
            <a:extLst>
              <a:ext uri="{FF2B5EF4-FFF2-40B4-BE49-F238E27FC236}">
                <a16:creationId xmlns:a16="http://schemas.microsoft.com/office/drawing/2014/main" id="{E29BFEC5-7639-4AE9-A818-5EB7EC3C9C5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E99B80D-00FD-40C8-B929-FA71A2E035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48600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5853600" y="1295999"/>
            <a:ext cx="48600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29" name="Grafik 3" descr="bottom_d2_169.png">
            <a:extLst>
              <a:ext uri="{FF2B5EF4-FFF2-40B4-BE49-F238E27FC236}">
                <a16:creationId xmlns:a16="http://schemas.microsoft.com/office/drawing/2014/main" id="{2646ABA5-1E42-496E-B88F-BEBEC4B2C7B6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0" name="Grafik 29" descr="logo2_d2.png">
            <a:extLst>
              <a:ext uri="{FF2B5EF4-FFF2-40B4-BE49-F238E27FC236}">
                <a16:creationId xmlns:a16="http://schemas.microsoft.com/office/drawing/2014/main" id="{BA9AAC15-C2E5-4D68-B499-7D3FC8760D94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2" name="Rectangle7">
            <a:extLst>
              <a:ext uri="{FF2B5EF4-FFF2-40B4-BE49-F238E27FC236}">
                <a16:creationId xmlns:a16="http://schemas.microsoft.com/office/drawing/2014/main" id="{0193DB20-8E77-4A05-AA77-554F32E8990F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4" name="Grafik 4" descr="logo1_d2.png">
            <a:extLst>
              <a:ext uri="{FF2B5EF4-FFF2-40B4-BE49-F238E27FC236}">
                <a16:creationId xmlns:a16="http://schemas.microsoft.com/office/drawing/2014/main" id="{AD1AA2B6-6C2F-4A14-9E4C-FB86A10EF6B2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7876012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pos="3225" userDrawn="1">
          <p15:clr>
            <a:srgbClr val="FBAE40"/>
          </p15:clr>
        </p15:guide>
        <p15:guide id="9" pos="3687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hapter_titleonly">
            <a:extLst>
              <a:ext uri="{FF2B5EF4-FFF2-40B4-BE49-F238E27FC236}">
                <a16:creationId xmlns:a16="http://schemas.microsoft.com/office/drawing/2014/main" id="{7CCAFAD8-87FF-4E8A-B13E-2709A28399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213B860-B040-4AA5-BCCF-91A137076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31284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7560000" y="1295999"/>
            <a:ext cx="31284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29" name="Grafik 3" descr="bottom_d2_169.png">
            <a:extLst>
              <a:ext uri="{FF2B5EF4-FFF2-40B4-BE49-F238E27FC236}">
                <a16:creationId xmlns:a16="http://schemas.microsoft.com/office/drawing/2014/main" id="{2646ABA5-1E42-496E-B88F-BEBEC4B2C7B6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0" name="Grafik 29" descr="logo2_d2.png">
            <a:extLst>
              <a:ext uri="{FF2B5EF4-FFF2-40B4-BE49-F238E27FC236}">
                <a16:creationId xmlns:a16="http://schemas.microsoft.com/office/drawing/2014/main" id="{BA9AAC15-C2E5-4D68-B499-7D3FC8760D94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3F3E027D-9EE5-4C12-9974-36EA025C350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09600" y="1296000"/>
            <a:ext cx="31284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3" name="Rectangle7">
            <a:extLst>
              <a:ext uri="{FF2B5EF4-FFF2-40B4-BE49-F238E27FC236}">
                <a16:creationId xmlns:a16="http://schemas.microsoft.com/office/drawing/2014/main" id="{79759149-285E-4F0E-938E-7199B34084BE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6" name="Grafik 4" descr="logo1_d2.png">
            <a:extLst>
              <a:ext uri="{FF2B5EF4-FFF2-40B4-BE49-F238E27FC236}">
                <a16:creationId xmlns:a16="http://schemas.microsoft.com/office/drawing/2014/main" id="{853C9362-E049-4C5A-93EB-CA7DB346BCAC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0052008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pos="2135" userDrawn="1">
          <p15:clr>
            <a:srgbClr val="FBAE40"/>
          </p15:clr>
        </p15:guide>
        <p15:guide id="9" pos="2462" userDrawn="1">
          <p15:clr>
            <a:srgbClr val="FBAE40"/>
          </p15:clr>
        </p15:guide>
        <p15:guide id="10" pos="4434" userDrawn="1">
          <p15:clr>
            <a:srgbClr val="FBAE40"/>
          </p15:clr>
        </p15:guide>
        <p15:guide id="11" pos="4761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hapter_titleonly">
            <a:extLst>
              <a:ext uri="{FF2B5EF4-FFF2-40B4-BE49-F238E27FC236}">
                <a16:creationId xmlns:a16="http://schemas.microsoft.com/office/drawing/2014/main" id="{85E4898A-B45B-416F-8A7F-E57751056E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A33F6F31-B924-4EAD-BDA8-332AAD2C41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080" y="1295399"/>
            <a:ext cx="2515870" cy="416814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5549900" y="1295399"/>
            <a:ext cx="2515870" cy="416814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904490" y="1295400"/>
            <a:ext cx="2515870" cy="416814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4" hasCustomPrompt="1"/>
          </p:nvPr>
        </p:nvSpPr>
        <p:spPr>
          <a:xfrm>
            <a:off x="8195310" y="1295400"/>
            <a:ext cx="2515870" cy="416814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31" name="Grafik 3" descr="bottom_d2_169.png">
            <a:extLst>
              <a:ext uri="{FF2B5EF4-FFF2-40B4-BE49-F238E27FC236}">
                <a16:creationId xmlns:a16="http://schemas.microsoft.com/office/drawing/2014/main" id="{A3C6D0D9-04AD-43FA-8B6F-53255648BE83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2" name="Grafik 31" descr="logo2_d2.png">
            <a:extLst>
              <a:ext uri="{FF2B5EF4-FFF2-40B4-BE49-F238E27FC236}">
                <a16:creationId xmlns:a16="http://schemas.microsoft.com/office/drawing/2014/main" id="{A5FC486E-34C4-4DFC-9640-0742E0B83B94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4" name="Rectangle7">
            <a:extLst>
              <a:ext uri="{FF2B5EF4-FFF2-40B4-BE49-F238E27FC236}">
                <a16:creationId xmlns:a16="http://schemas.microsoft.com/office/drawing/2014/main" id="{3A9A741C-7644-4810-ABAF-465822FC0D76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7" name="Grafik 4" descr="logo1_d2.png">
            <a:extLst>
              <a:ext uri="{FF2B5EF4-FFF2-40B4-BE49-F238E27FC236}">
                <a16:creationId xmlns:a16="http://schemas.microsoft.com/office/drawing/2014/main" id="{2F5D5F7F-9AC3-4C8C-9378-5DCB41FEB94B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763114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pos="1749" userDrawn="1">
          <p15:clr>
            <a:srgbClr val="FBAE40"/>
          </p15:clr>
        </p15:guide>
        <p15:guide id="9" pos="1829" userDrawn="1">
          <p15:clr>
            <a:srgbClr val="FBAE40"/>
          </p15:clr>
        </p15:guide>
        <p15:guide id="10" pos="3416" userDrawn="1">
          <p15:clr>
            <a:srgbClr val="FBAE40"/>
          </p15:clr>
        </p15:guide>
        <p15:guide id="11" pos="3495" userDrawn="1">
          <p15:clr>
            <a:srgbClr val="FBAE40"/>
          </p15:clr>
        </p15:guide>
        <p15:guide id="12" pos="5082" userDrawn="1">
          <p15:clr>
            <a:srgbClr val="FBAE40"/>
          </p15:clr>
        </p15:guide>
        <p15:guide id="13" pos="51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2 horizontal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pter_titleonly">
            <a:extLst>
              <a:ext uri="{FF2B5EF4-FFF2-40B4-BE49-F238E27FC236}">
                <a16:creationId xmlns:a16="http://schemas.microsoft.com/office/drawing/2014/main" id="{9398DDFA-1939-498B-8921-7DDB40481F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AB79D08E-37B8-49BA-9E18-ED577CD999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104508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59200" y="3445201"/>
            <a:ext cx="104508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29" name="Grafik 3" descr="bottom_d2_169.png">
            <a:extLst>
              <a:ext uri="{FF2B5EF4-FFF2-40B4-BE49-F238E27FC236}">
                <a16:creationId xmlns:a16="http://schemas.microsoft.com/office/drawing/2014/main" id="{E1C644A7-78AF-407E-A25C-6F76F012AC1D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0" name="Grafik 29" descr="logo2_d2.png">
            <a:extLst>
              <a:ext uri="{FF2B5EF4-FFF2-40B4-BE49-F238E27FC236}">
                <a16:creationId xmlns:a16="http://schemas.microsoft.com/office/drawing/2014/main" id="{BF432EB7-B56F-491D-9D42-9FA89D925A5A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2" name="Rectangle7">
            <a:extLst>
              <a:ext uri="{FF2B5EF4-FFF2-40B4-BE49-F238E27FC236}">
                <a16:creationId xmlns:a16="http://schemas.microsoft.com/office/drawing/2014/main" id="{2E7C0809-54C2-4B00-97B9-AEB55C54DF36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4" name="Grafik 4" descr="logo1_d2.png">
            <a:extLst>
              <a:ext uri="{FF2B5EF4-FFF2-40B4-BE49-F238E27FC236}">
                <a16:creationId xmlns:a16="http://schemas.microsoft.com/office/drawing/2014/main" id="{F944409F-1D53-436E-A382-254727DA7F5F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956372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orient="horz" pos="2090" userDrawn="1">
          <p15:clr>
            <a:srgbClr val="FBAE40"/>
          </p15:clr>
        </p15:guide>
        <p15:guide id="9" orient="horz" pos="2169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2 x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hapter_titleonly">
            <a:extLst>
              <a:ext uri="{FF2B5EF4-FFF2-40B4-BE49-F238E27FC236}">
                <a16:creationId xmlns:a16="http://schemas.microsoft.com/office/drawing/2014/main" id="{90C8652B-1F43-4467-AC53-668A8D3D47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EFDBB36D-E1FF-4336-B805-B8B7F4B25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48600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5853600" y="1295999"/>
            <a:ext cx="48600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59200" y="3445201"/>
            <a:ext cx="48600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4" hasCustomPrompt="1"/>
          </p:nvPr>
        </p:nvSpPr>
        <p:spPr>
          <a:xfrm>
            <a:off x="5853600" y="3445201"/>
            <a:ext cx="48600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31" name="Grafik 3" descr="bottom_d2_169.png">
            <a:extLst>
              <a:ext uri="{FF2B5EF4-FFF2-40B4-BE49-F238E27FC236}">
                <a16:creationId xmlns:a16="http://schemas.microsoft.com/office/drawing/2014/main" id="{14946AFE-2563-4C40-963E-DFE36F6D3171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2" name="Grafik 31" descr="logo2_d2.png">
            <a:extLst>
              <a:ext uri="{FF2B5EF4-FFF2-40B4-BE49-F238E27FC236}">
                <a16:creationId xmlns:a16="http://schemas.microsoft.com/office/drawing/2014/main" id="{8A247A46-B0BA-49FE-BDE2-4F90A7348546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4" name="Rectangle7">
            <a:extLst>
              <a:ext uri="{FF2B5EF4-FFF2-40B4-BE49-F238E27FC236}">
                <a16:creationId xmlns:a16="http://schemas.microsoft.com/office/drawing/2014/main" id="{43F0E5D0-784C-433E-AAB0-40D43C1BCBAB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6" name="Grafik 4" descr="logo1_d2.png">
            <a:extLst>
              <a:ext uri="{FF2B5EF4-FFF2-40B4-BE49-F238E27FC236}">
                <a16:creationId xmlns:a16="http://schemas.microsoft.com/office/drawing/2014/main" id="{17992435-2281-4D69-8E9C-A9BD8CD4504F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519359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orient="horz" pos="2090" userDrawn="1">
          <p15:clr>
            <a:srgbClr val="FBAE40"/>
          </p15:clr>
        </p15:guide>
        <p15:guide id="9" orient="horz" pos="2169" userDrawn="1">
          <p15:clr>
            <a:srgbClr val="FBAE40"/>
          </p15:clr>
        </p15:guide>
        <p15:guide id="10" pos="3225" userDrawn="1">
          <p15:clr>
            <a:srgbClr val="FBAE40"/>
          </p15:clr>
        </p15:guide>
        <p15:guide id="11" pos="368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3 x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hapter_titleonly">
            <a:extLst>
              <a:ext uri="{FF2B5EF4-FFF2-40B4-BE49-F238E27FC236}">
                <a16:creationId xmlns:a16="http://schemas.microsoft.com/office/drawing/2014/main" id="{FEDBFC76-9F59-4A18-8E8B-EDDF9CC208B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0226D581-60F4-440B-A410-F6582BC0DC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3909600" y="1295999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5" hasCustomPrompt="1"/>
          </p:nvPr>
        </p:nvSpPr>
        <p:spPr>
          <a:xfrm>
            <a:off x="7560000" y="1295999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59200" y="3445201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4" hasCustomPrompt="1"/>
          </p:nvPr>
        </p:nvSpPr>
        <p:spPr>
          <a:xfrm>
            <a:off x="3909600" y="3445201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6" hasCustomPrompt="1"/>
          </p:nvPr>
        </p:nvSpPr>
        <p:spPr>
          <a:xfrm>
            <a:off x="7560000" y="3445201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33" name="Grafik 3" descr="bottom_d2_169.png">
            <a:extLst>
              <a:ext uri="{FF2B5EF4-FFF2-40B4-BE49-F238E27FC236}">
                <a16:creationId xmlns:a16="http://schemas.microsoft.com/office/drawing/2014/main" id="{D68326DC-5F3B-4205-8352-8D213F6B12F1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4" name="Grafik 33" descr="logo2_d2.png">
            <a:extLst>
              <a:ext uri="{FF2B5EF4-FFF2-40B4-BE49-F238E27FC236}">
                <a16:creationId xmlns:a16="http://schemas.microsoft.com/office/drawing/2014/main" id="{6306B871-7048-4385-84D6-368540647FAF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6" name="Rectangle7">
            <a:extLst>
              <a:ext uri="{FF2B5EF4-FFF2-40B4-BE49-F238E27FC236}">
                <a16:creationId xmlns:a16="http://schemas.microsoft.com/office/drawing/2014/main" id="{C680F8C7-4715-4E6C-829A-E87F16C03BB3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8" name="Grafik 4" descr="logo1_d2.png">
            <a:extLst>
              <a:ext uri="{FF2B5EF4-FFF2-40B4-BE49-F238E27FC236}">
                <a16:creationId xmlns:a16="http://schemas.microsoft.com/office/drawing/2014/main" id="{058025F0-4E5A-4419-90FC-FD31DB24C306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482577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pos="2140" userDrawn="1">
          <p15:clr>
            <a:srgbClr val="FBAE40"/>
          </p15:clr>
        </p15:guide>
        <p15:guide id="9" pos="2457" userDrawn="1">
          <p15:clr>
            <a:srgbClr val="FBAE40"/>
          </p15:clr>
        </p15:guide>
        <p15:guide id="10" pos="4434" userDrawn="1">
          <p15:clr>
            <a:srgbClr val="FBAE40"/>
          </p15:clr>
        </p15:guide>
        <p15:guide id="11" pos="4761" userDrawn="1">
          <p15:clr>
            <a:srgbClr val="FBAE40"/>
          </p15:clr>
        </p15:guide>
        <p15:guide id="12" orient="horz" pos="2090" userDrawn="1">
          <p15:clr>
            <a:srgbClr val="FBAE40"/>
          </p15:clr>
        </p15:guide>
        <p15:guide id="13" orient="horz" pos="2169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4 x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hapter_titleonly">
            <a:extLst>
              <a:ext uri="{FF2B5EF4-FFF2-40B4-BE49-F238E27FC236}">
                <a16:creationId xmlns:a16="http://schemas.microsoft.com/office/drawing/2014/main" id="{20D581F7-7281-48B4-B67B-7228F84F39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C7544615-D17B-4350-B517-7E469AC91A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2905200" y="1295999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7" hasCustomPrompt="1"/>
          </p:nvPr>
        </p:nvSpPr>
        <p:spPr>
          <a:xfrm>
            <a:off x="8197200" y="1295999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59200" y="3445201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4" hasCustomPrompt="1"/>
          </p:nvPr>
        </p:nvSpPr>
        <p:spPr>
          <a:xfrm>
            <a:off x="2905200" y="3445201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8" hasCustomPrompt="1"/>
          </p:nvPr>
        </p:nvSpPr>
        <p:spPr>
          <a:xfrm>
            <a:off x="8197200" y="3445201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33" name="Grafik 3" descr="bottom_d2_169.png">
            <a:extLst>
              <a:ext uri="{FF2B5EF4-FFF2-40B4-BE49-F238E27FC236}">
                <a16:creationId xmlns:a16="http://schemas.microsoft.com/office/drawing/2014/main" id="{D68326DC-5F3B-4205-8352-8D213F6B12F1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4" name="Grafik 33" descr="logo2_d2.png">
            <a:extLst>
              <a:ext uri="{FF2B5EF4-FFF2-40B4-BE49-F238E27FC236}">
                <a16:creationId xmlns:a16="http://schemas.microsoft.com/office/drawing/2014/main" id="{6306B871-7048-4385-84D6-368540647FAF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58468F8D-277D-4F1A-84A1-62122010643F}"/>
              </a:ext>
            </a:extLst>
          </p:cNvPr>
          <p:cNvSpPr>
            <a:spLocks noGrp="1"/>
          </p:cNvSpPr>
          <p:nvPr>
            <p:ph sz="half" idx="5" hasCustomPrompt="1"/>
          </p:nvPr>
        </p:nvSpPr>
        <p:spPr>
          <a:xfrm>
            <a:off x="5551200" y="1296000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143799E-2832-49D7-9953-45BACACA7549}"/>
              </a:ext>
            </a:extLst>
          </p:cNvPr>
          <p:cNvSpPr>
            <a:spLocks noGrp="1"/>
          </p:cNvSpPr>
          <p:nvPr>
            <p:ph sz="half" idx="6" hasCustomPrompt="1"/>
          </p:nvPr>
        </p:nvSpPr>
        <p:spPr>
          <a:xfrm>
            <a:off x="5551200" y="3445200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1" name="Rectangle7">
            <a:extLst>
              <a:ext uri="{FF2B5EF4-FFF2-40B4-BE49-F238E27FC236}">
                <a16:creationId xmlns:a16="http://schemas.microsoft.com/office/drawing/2014/main" id="{60F530EA-2EFB-4DC6-BA26-465D18FD265B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22" name="Grafik 4" descr="logo1_d2.png">
            <a:extLst>
              <a:ext uri="{FF2B5EF4-FFF2-40B4-BE49-F238E27FC236}">
                <a16:creationId xmlns:a16="http://schemas.microsoft.com/office/drawing/2014/main" id="{F7F706B3-07D4-410C-B7A6-C9E5735A9928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371421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orient="horz" pos="2090" userDrawn="1">
          <p15:clr>
            <a:srgbClr val="FBAE40"/>
          </p15:clr>
        </p15:guide>
        <p15:guide id="9" orient="horz" pos="2169" userDrawn="1">
          <p15:clr>
            <a:srgbClr val="FBAE40"/>
          </p15:clr>
        </p15:guide>
        <p15:guide id="10" pos="1749" userDrawn="1">
          <p15:clr>
            <a:srgbClr val="FBAE40"/>
          </p15:clr>
        </p15:guide>
        <p15:guide id="11" pos="1830" userDrawn="1">
          <p15:clr>
            <a:srgbClr val="FBAE40"/>
          </p15:clr>
        </p15:guide>
        <p15:guide id="12" pos="3416" userDrawn="1">
          <p15:clr>
            <a:srgbClr val="FBAE40"/>
          </p15:clr>
        </p15:guide>
        <p15:guide id="13" pos="3497" userDrawn="1">
          <p15:clr>
            <a:srgbClr val="FBAE40"/>
          </p15:clr>
        </p15:guide>
        <p15:guide id="14" pos="5082" userDrawn="1">
          <p15:clr>
            <a:srgbClr val="FBAE40"/>
          </p15:clr>
        </p15:guide>
        <p15:guide id="15" pos="5163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9" name="Grafik 3" descr="bottom_d2_169.png">
            <a:extLst>
              <a:ext uri="{FF2B5EF4-FFF2-40B4-BE49-F238E27FC236}">
                <a16:creationId xmlns:a16="http://schemas.microsoft.com/office/drawing/2014/main" id="{EF316F00-ABDB-4F1C-8223-8689636D6D52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10" name="Grafik 9" descr="logo2_d2.png">
            <a:extLst>
              <a:ext uri="{FF2B5EF4-FFF2-40B4-BE49-F238E27FC236}">
                <a16:creationId xmlns:a16="http://schemas.microsoft.com/office/drawing/2014/main" id="{30CBBFCD-8992-45AF-92BD-7EBF3A86E1C1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8" name="Rectangle7">
            <a:extLst>
              <a:ext uri="{FF2B5EF4-FFF2-40B4-BE49-F238E27FC236}">
                <a16:creationId xmlns:a16="http://schemas.microsoft.com/office/drawing/2014/main" id="{C868D9BE-A299-4D0B-87AF-B491FAE5FD28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1" name="Grafik 4" descr="logo1_d2.png">
            <a:extLst>
              <a:ext uri="{FF2B5EF4-FFF2-40B4-BE49-F238E27FC236}">
                <a16:creationId xmlns:a16="http://schemas.microsoft.com/office/drawing/2014/main" id="{0B4DD8A5-C16C-443A-8C22-A52B612231A5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07455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Full Page Graph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logo1_d2.png">
            <a:extLst>
              <a:ext uri="{FF2B5EF4-FFF2-40B4-BE49-F238E27FC236}">
                <a16:creationId xmlns:a16="http://schemas.microsoft.com/office/drawing/2014/main" id="{F35DC742-BC8F-47B5-88E2-93616D59A618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6" name="Grafik 3" descr="right_d2.png">
            <a:extLst>
              <a:ext uri="{FF2B5EF4-FFF2-40B4-BE49-F238E27FC236}">
                <a16:creationId xmlns:a16="http://schemas.microsoft.com/office/drawing/2014/main" id="{2E1D2BC1-44DB-403E-B4D8-3E1DC5D199E5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273178664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5" descr="bg3_d2_169.png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" y="2"/>
            <a:ext cx="10969509" cy="6170929"/>
          </a:xfrm>
          <a:prstGeom prst="rect">
            <a:avLst/>
          </a:prstGeom>
          <a:ln w="0">
            <a:noFill/>
          </a:ln>
          <a:effectLst/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60E046F-66D0-431E-9C49-8E6C18C3F3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9200" y="259200"/>
            <a:ext cx="9874800" cy="5205600"/>
          </a:xfrm>
          <a:ln w="0">
            <a:noFill/>
          </a:ln>
          <a:effectLst/>
        </p:spPr>
        <p:txBody>
          <a:bodyPr anchor="t" anchorCtr="0"/>
          <a:lstStyle>
            <a:lvl1pPr algn="l">
              <a:lnSpc>
                <a:spcPct val="90000"/>
              </a:lnSpc>
              <a:defRPr sz="8000" kern="1200" cap="all" baseline="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Add Closing Phrase</a:t>
            </a:r>
          </a:p>
        </p:txBody>
      </p:sp>
      <p:pic>
        <p:nvPicPr>
          <p:cNvPr id="6" name="Grafik 4" descr="logo1_d2.png">
            <a:extLst>
              <a:ext uri="{FF2B5EF4-FFF2-40B4-BE49-F238E27FC236}">
                <a16:creationId xmlns:a16="http://schemas.microsoft.com/office/drawing/2014/main" id="{AD329951-67FC-4FE1-85D1-D4AEA8479C0D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9" name="Grafik 3" descr="right_d2.png">
            <a:extLst>
              <a:ext uri="{FF2B5EF4-FFF2-40B4-BE49-F238E27FC236}">
                <a16:creationId xmlns:a16="http://schemas.microsoft.com/office/drawing/2014/main" id="{7AD5F0A5-2B17-4D20-B0E6-B4F0FA977516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7379696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00" y="648000"/>
            <a:ext cx="10450800" cy="388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1"/>
              <a:t>Mastertitelformat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200" y="1296000"/>
            <a:ext cx="10450800" cy="4168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1"/>
              <a:t>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  <a:p>
            <a:pPr lvl="5"/>
            <a:r>
              <a:rPr lang="en-US" noProof="1"/>
              <a:t>Sixth level</a:t>
            </a:r>
          </a:p>
          <a:p>
            <a:pPr lvl="6"/>
            <a:r>
              <a:rPr lang="en-US" noProof="1"/>
              <a:t>Seventh level</a:t>
            </a:r>
          </a:p>
          <a:p>
            <a:pPr lvl="7"/>
            <a:r>
              <a:rPr lang="en-US" noProof="1"/>
              <a:t>Eighth level</a:t>
            </a:r>
          </a:p>
          <a:p>
            <a:pPr lvl="8"/>
            <a:r>
              <a:rPr lang="en-US" noProof="1"/>
              <a:t>Ninth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200">
                <a:solidFill>
                  <a:srgbClr val="999FA6"/>
                </a:solidFill>
                <a:latin typeface="+mn-lt"/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sp>
        <p:nvSpPr>
          <p:cNvPr id="5" name="Bosch_footer_1">
            <a:extLst>
              <a:ext uri="{FF2B5EF4-FFF2-40B4-BE49-F238E27FC236}">
                <a16:creationId xmlns:a16="http://schemas.microsoft.com/office/drawing/2014/main" id="{C4A0DCBC-1EFB-43C4-AF00-AB85781F48E7}"/>
              </a:ext>
            </a:extLst>
          </p:cNvPr>
          <p:cNvSpPr txBox="1"/>
          <p:nvPr userDrawn="1"/>
        </p:nvSpPr>
        <p:spPr>
          <a:xfrm>
            <a:off x="593090" y="5643880"/>
            <a:ext cx="9152890" cy="1079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</a:pPr>
            <a:r>
              <a:rPr kumimoji="0" lang="en-US" sz="600" b="1" i="0" u="none" strike="noStrike" kern="0" cap="none" spc="0" normalizeH="0" baseline="0" noProof="1">
                <a:ln>
                  <a:noFill/>
                </a:ln>
                <a:solidFill>
                  <a:srgbClr val="D70012"/>
                </a:solidFill>
                <a:effectLst/>
                <a:uLnTx/>
                <a:uFillTx/>
                <a:latin typeface="Bosch Office Sans" pitchFamily="2" charset="0"/>
              </a:rPr>
              <a:t>Internal</a:t>
            </a:r>
            <a:r>
              <a:rPr kumimoji="0" lang="en-US" sz="600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 pitchFamily="2" charset="0"/>
              </a:rPr>
              <a:t> | Cross-Domain Computing Solutions | XC-CI1/ECA3 | 2023-01-31</a:t>
            </a:r>
          </a:p>
        </p:txBody>
      </p:sp>
      <p:sp>
        <p:nvSpPr>
          <p:cNvPr id="8" name="Bosch_footer_2">
            <a:extLst>
              <a:ext uri="{FF2B5EF4-FFF2-40B4-BE49-F238E27FC236}">
                <a16:creationId xmlns:a16="http://schemas.microsoft.com/office/drawing/2014/main" id="{C3D77AD5-379C-4A86-AFCF-32945A0FEE26}"/>
              </a:ext>
            </a:extLst>
          </p:cNvPr>
          <p:cNvSpPr txBox="1"/>
          <p:nvPr userDrawn="1"/>
        </p:nvSpPr>
        <p:spPr>
          <a:xfrm>
            <a:off x="593090" y="5748656"/>
            <a:ext cx="9152890" cy="215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20000"/>
              </a:lnSpc>
              <a:spcAft>
                <a:spcPts val="100"/>
              </a:spcAft>
            </a:pPr>
            <a:r>
              <a:rPr lang="en-US" sz="600" b="0" i="0" u="none" kern="0" baseline="0" noProof="1">
                <a:solidFill>
                  <a:srgbClr val="B2B3B5"/>
                </a:solidFill>
                <a:latin typeface="Bosch Office Sans" pitchFamily="2" charset="0"/>
              </a:rPr>
              <a:t>© Robert Bosch Car Multimedia GmbH 2021. All rights reserved, also regarding any disposal, exploitation, reproduction, editing, distribution, as well as in the event of applications for industrial property rights.</a:t>
            </a:r>
          </a:p>
        </p:txBody>
      </p:sp>
      <p:sp>
        <p:nvSpPr>
          <p:cNvPr id="9" name="Bosch_footer_2" hidden="1">
            <a:extLst>
              <a:ext uri="{FF2B5EF4-FFF2-40B4-BE49-F238E27FC236}">
                <a16:creationId xmlns:a16="http://schemas.microsoft.com/office/drawing/2014/main" id="{E897C98A-4665-443F-B1CF-E9B71E9916EC}"/>
              </a:ext>
            </a:extLst>
          </p:cNvPr>
          <p:cNvSpPr txBox="1"/>
          <p:nvPr userDrawn="1"/>
        </p:nvSpPr>
        <p:spPr>
          <a:xfrm>
            <a:off x="593090" y="5748656"/>
            <a:ext cx="9152890" cy="215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20000"/>
              </a:lnSpc>
              <a:spcAft>
                <a:spcPts val="100"/>
              </a:spcAft>
            </a:pPr>
            <a:r>
              <a:rPr lang="en-US" sz="600" kern="0" baseline="0" noProof="1">
                <a:solidFill>
                  <a:schemeClr val="tx1"/>
                </a:solidFill>
              </a:rPr>
              <a:t>%repositoryremark%</a:t>
            </a:r>
            <a:r>
              <a:rPr lang="en-US" sz="600" kern="0" baseline="0" noProof="1">
                <a:solidFill>
                  <a:srgbClr val="B2B3B5"/>
                </a:solidFill>
              </a:rPr>
              <a:t>%copyright%</a:t>
            </a:r>
          </a:p>
        </p:txBody>
      </p:sp>
      <p:sp>
        <p:nvSpPr>
          <p:cNvPr id="10" name="Bosch_footer_1" hidden="1">
            <a:extLst>
              <a:ext uri="{FF2B5EF4-FFF2-40B4-BE49-F238E27FC236}">
                <a16:creationId xmlns:a16="http://schemas.microsoft.com/office/drawing/2014/main" id="{BB7EB8EC-2C22-471E-A5D4-B578263D307B}"/>
              </a:ext>
            </a:extLst>
          </p:cNvPr>
          <p:cNvSpPr txBox="1"/>
          <p:nvPr userDrawn="1"/>
        </p:nvSpPr>
        <p:spPr>
          <a:xfrm>
            <a:off x="594000" y="5644800"/>
            <a:ext cx="9154800" cy="10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</a:rPr>
              <a:t>%confidentiality%</a:t>
            </a:r>
            <a:r>
              <a:rPr lang="en-US" sz="600" kern="0" baseline="0" noProof="1">
                <a:solidFill>
                  <a:schemeClr val="tx1"/>
                </a:solidFill>
              </a:rPr>
              <a:t>%businessunit%%departmentshort%%dateformat%</a:t>
            </a:r>
          </a:p>
        </p:txBody>
      </p:sp>
    </p:spTree>
    <p:extLst>
      <p:ext uri="{BB962C8B-B14F-4D97-AF65-F5344CB8AC3E}">
        <p14:creationId xmlns:p14="http://schemas.microsoft.com/office/powerpoint/2010/main" val="851553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41" r:id="rId2"/>
    <p:sldLayoutId id="2147483742" r:id="rId3"/>
    <p:sldLayoutId id="2147483713" r:id="rId4"/>
    <p:sldLayoutId id="2147483743" r:id="rId5"/>
    <p:sldLayoutId id="2147483721" r:id="rId6"/>
    <p:sldLayoutId id="2147483747" r:id="rId7"/>
    <p:sldLayoutId id="2147483723" r:id="rId8"/>
    <p:sldLayoutId id="2147483746" r:id="rId9"/>
    <p:sldLayoutId id="2147483744" r:id="rId10"/>
    <p:sldLayoutId id="2147483724" r:id="rId11"/>
    <p:sldLayoutId id="2147483726" r:id="rId12"/>
    <p:sldLayoutId id="2147483727" r:id="rId13"/>
    <p:sldLayoutId id="2147483728" r:id="rId14"/>
    <p:sldLayoutId id="2147483729" r:id="rId15"/>
    <p:sldLayoutId id="2147483745" r:id="rId16"/>
    <p:sldLayoutId id="2147483734" r:id="rId17"/>
    <p:sldLayoutId id="2147483731" r:id="rId18"/>
    <p:sldLayoutId id="2147483712" r:id="rId19"/>
  </p:sldLayoutIdLst>
  <p:hf hdr="0" ftr="0" dt="0"/>
  <p:txStyles>
    <p:titleStyle>
      <a:lvl1pPr algn="l" defTabSz="914333" rtl="0" eaLnBrk="1" latinLnBrk="0" hangingPunct="1">
        <a:lnSpc>
          <a:spcPct val="89000"/>
        </a:lnSpc>
        <a:spcBef>
          <a:spcPct val="0"/>
        </a:spcBef>
        <a:buNone/>
        <a:defRPr sz="28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51982" indent="-251982" algn="l" defTabSz="914333" rtl="0" eaLnBrk="1" latinLnBrk="0" hangingPunct="1">
        <a:lnSpc>
          <a:spcPct val="107000"/>
        </a:lnSpc>
        <a:spcBef>
          <a:spcPts val="500"/>
        </a:spcBef>
        <a:buFont typeface="Wingdings 3" panose="05040102010807070707" pitchFamily="18" charset="2"/>
        <a:buChar char="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07563" indent="-273580" algn="l" defTabSz="914333" rtl="0" eaLnBrk="1" latinLnBrk="0" hangingPunct="1">
        <a:lnSpc>
          <a:spcPct val="103000"/>
        </a:lnSpc>
        <a:spcBef>
          <a:spcPts val="500"/>
        </a:spcBef>
        <a:buFont typeface="Wingdings 3" panose="05040102010807070707" pitchFamily="18" charset="2"/>
        <a:buChar char="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0746" indent="-205185" algn="l" defTabSz="914333" rtl="0" eaLnBrk="1" latinLnBrk="0" hangingPunct="1">
        <a:lnSpc>
          <a:spcPct val="102000"/>
        </a:lnSpc>
        <a:spcBef>
          <a:spcPts val="500"/>
        </a:spcBef>
        <a:buFont typeface="Bosch Office Sans" pitchFamily="2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6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3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9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5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2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8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5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32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13" Type="http://schemas.openxmlformats.org/officeDocument/2006/relationships/tags" Target="../tags/tag14.xml"/><Relationship Id="rId18" Type="http://schemas.openxmlformats.org/officeDocument/2006/relationships/tags" Target="../tags/tag1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tags" Target="../tags/tag13.xml"/><Relationship Id="rId17" Type="http://schemas.openxmlformats.org/officeDocument/2006/relationships/tags" Target="../tags/tag18.xml"/><Relationship Id="rId2" Type="http://schemas.openxmlformats.org/officeDocument/2006/relationships/tags" Target="../tags/tag3.xml"/><Relationship Id="rId16" Type="http://schemas.openxmlformats.org/officeDocument/2006/relationships/tags" Target="../tags/tag17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tags" Target="../tags/tag12.xml"/><Relationship Id="rId5" Type="http://schemas.openxmlformats.org/officeDocument/2006/relationships/tags" Target="../tags/tag6.xml"/><Relationship Id="rId15" Type="http://schemas.openxmlformats.org/officeDocument/2006/relationships/tags" Target="../tags/tag16.xml"/><Relationship Id="rId10" Type="http://schemas.openxmlformats.org/officeDocument/2006/relationships/tags" Target="../tags/tag11.xml"/><Relationship Id="rId19" Type="http://schemas.openxmlformats.org/officeDocument/2006/relationships/slideLayout" Target="../slideLayouts/slideLayout8.xml"/><Relationship Id="rId4" Type="http://schemas.openxmlformats.org/officeDocument/2006/relationships/tags" Target="../tags/tag5.xml"/><Relationship Id="rId9" Type="http://schemas.openxmlformats.org/officeDocument/2006/relationships/tags" Target="../tags/tag10.xml"/><Relationship Id="rId14" Type="http://schemas.openxmlformats.org/officeDocument/2006/relationships/tags" Target="../tags/tag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D82EB9-F888-4EF5-9BD3-4FB532D116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genpackagedoc</a:t>
            </a:r>
            <a:br>
              <a:rPr lang="de-DE" dirty="0"/>
            </a:br>
            <a:r>
              <a:rPr lang="de-DE" dirty="0"/>
              <a:t>Concept</a:t>
            </a:r>
          </a:p>
        </p:txBody>
      </p:sp>
    </p:spTree>
    <p:extLst>
      <p:ext uri="{BB962C8B-B14F-4D97-AF65-F5344CB8AC3E}">
        <p14:creationId xmlns:p14="http://schemas.microsoft.com/office/powerpoint/2010/main" val="22197877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/>
              <a:t>History</a:t>
            </a:r>
            <a:endParaRPr lang="en-US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2</a:t>
            </a:fld>
            <a:endParaRPr lang="en-US" noProof="1"/>
          </a:p>
        </p:txBody>
      </p:sp>
      <p:sp>
        <p:nvSpPr>
          <p:cNvPr id="2" name="Textfeld 1"/>
          <p:cNvSpPr txBox="1"/>
          <p:nvPr/>
        </p:nvSpPr>
        <p:spPr>
          <a:xfrm>
            <a:off x="266700" y="788565"/>
            <a:ext cx="10144038" cy="46810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23.03.2026 / 0.1.0 / draft / XC-HWP/ESW3-Queckenstedt</a:t>
            </a:r>
          </a:p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e-DE" kern="0" dirty="0">
              <a:solidFill>
                <a:srgbClr val="000000"/>
              </a:solidFill>
            </a:endParaRPr>
          </a:p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e-DE" kern="0" dirty="0">
              <a:solidFill>
                <a:srgbClr val="000000"/>
              </a:solidFill>
            </a:endParaRPr>
          </a:p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e-DE" kern="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2105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Abgerundete rechteckige Legende 102">
            <a:extLst>
              <a:ext uri="{FF2B5EF4-FFF2-40B4-BE49-F238E27FC236}">
                <a16:creationId xmlns:a16="http://schemas.microsoft.com/office/drawing/2014/main" id="{1EEB32C6-B7AE-D9A6-EACB-9AFACADA1163}"/>
              </a:ext>
            </a:extLst>
          </p:cNvPr>
          <p:cNvSpPr/>
          <p:nvPr/>
        </p:nvSpPr>
        <p:spPr>
          <a:xfrm>
            <a:off x="2272315" y="5003187"/>
            <a:ext cx="1928518" cy="388800"/>
          </a:xfrm>
          <a:prstGeom prst="wedgeRoundRectCallout">
            <a:avLst>
              <a:gd name="adj1" fmla="val -13408"/>
              <a:gd name="adj2" fmla="val -338951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dirty="0">
              <a:ln w="0"/>
              <a:latin typeface="+mn-lt"/>
            </a:endParaRPr>
          </a:p>
        </p:txBody>
      </p:sp>
      <p:sp>
        <p:nvSpPr>
          <p:cNvPr id="56" name="Abgerundete rechteckige Legende 102">
            <a:extLst>
              <a:ext uri="{FF2B5EF4-FFF2-40B4-BE49-F238E27FC236}">
                <a16:creationId xmlns:a16="http://schemas.microsoft.com/office/drawing/2014/main" id="{F4B246B3-482E-63EC-4C14-B0A90198E695}"/>
              </a:ext>
            </a:extLst>
          </p:cNvPr>
          <p:cNvSpPr/>
          <p:nvPr/>
        </p:nvSpPr>
        <p:spPr>
          <a:xfrm>
            <a:off x="2272498" y="5003187"/>
            <a:ext cx="1928335" cy="388800"/>
          </a:xfrm>
          <a:prstGeom prst="wedgeRoundRectCallout">
            <a:avLst>
              <a:gd name="adj1" fmla="val 31064"/>
              <a:gd name="adj2" fmla="val -597641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dirty="0">
              <a:ln w="0"/>
              <a:latin typeface="+mn-lt"/>
            </a:endParaRP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 err="1"/>
              <a:t>Overview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3</a:t>
            </a:fld>
            <a:endParaRPr lang="en-US" noProof="1"/>
          </a:p>
        </p:txBody>
      </p:sp>
      <p:sp>
        <p:nvSpPr>
          <p:cNvPr id="2" name="Textfeld 116">
            <a:extLst>
              <a:ext uri="{FF2B5EF4-FFF2-40B4-BE49-F238E27FC236}">
                <a16:creationId xmlns:a16="http://schemas.microsoft.com/office/drawing/2014/main" id="{F4B0DDB7-7429-B1C7-7789-9ECFC722087F}"/>
              </a:ext>
            </a:extLst>
          </p:cNvPr>
          <p:cNvSpPr txBox="1"/>
          <p:nvPr/>
        </p:nvSpPr>
        <p:spPr>
          <a:xfrm>
            <a:off x="1133593" y="735251"/>
            <a:ext cx="876417" cy="27689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200" b="1" kern="0" dirty="0">
                <a:solidFill>
                  <a:srgbClr val="000000"/>
                </a:solidFill>
              </a:rPr>
              <a:t>RST</a:t>
            </a:r>
          </a:p>
        </p:txBody>
      </p:sp>
      <p:sp>
        <p:nvSpPr>
          <p:cNvPr id="6" name="Rechteck 47">
            <a:extLst>
              <a:ext uri="{FF2B5EF4-FFF2-40B4-BE49-F238E27FC236}">
                <a16:creationId xmlns:a16="http://schemas.microsoft.com/office/drawing/2014/main" id="{D4462B5C-A5CE-A8C1-9A37-2DD982E01068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262742" y="1094477"/>
            <a:ext cx="2201796" cy="30856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000" dirty="0">
              <a:ln w="0"/>
              <a:solidFill>
                <a:schemeClr val="tx1"/>
              </a:solidFill>
            </a:endParaRPr>
          </a:p>
        </p:txBody>
      </p:sp>
      <p:sp>
        <p:nvSpPr>
          <p:cNvPr id="10" name="Rechteck 69">
            <a:extLst>
              <a:ext uri="{FF2B5EF4-FFF2-40B4-BE49-F238E27FC236}">
                <a16:creationId xmlns:a16="http://schemas.microsoft.com/office/drawing/2014/main" id="{33D8B414-BA54-AE63-73D7-79BB85C0FB6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388484" y="1202101"/>
            <a:ext cx="1914481" cy="1383854"/>
          </a:xfrm>
          <a:prstGeom prst="rect">
            <a:avLst/>
          </a:prstGeom>
          <a:solidFill>
            <a:srgbClr val="CCFFFF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20" name="Rechteck 49">
            <a:extLst>
              <a:ext uri="{FF2B5EF4-FFF2-40B4-BE49-F238E27FC236}">
                <a16:creationId xmlns:a16="http://schemas.microsoft.com/office/drawing/2014/main" id="{F36F1571-ECD0-A6DE-CB37-879FA6A2772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529844" y="1536641"/>
            <a:ext cx="1356114" cy="949467"/>
          </a:xfrm>
          <a:prstGeom prst="rect">
            <a:avLst/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9" name="Textfeld 50">
            <a:extLst>
              <a:ext uri="{FF2B5EF4-FFF2-40B4-BE49-F238E27FC236}">
                <a16:creationId xmlns:a16="http://schemas.microsoft.com/office/drawing/2014/main" id="{48101EE1-88F4-FF9B-EF1F-0CA1016D70A6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626245" y="1638007"/>
            <a:ext cx="1259713" cy="87095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0"/>
              </a:spcBef>
            </a:pP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.. 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pythoncode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 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pythonlog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 </a:t>
            </a:r>
            <a:r>
              <a:rPr lang="de-DE" sz="1000" kern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robotcode</a:t>
            </a:r>
            <a:r>
              <a:rPr lang="de-DE" sz="1000" kern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 </a:t>
            </a:r>
            <a:r>
              <a:rPr lang="de-DE" sz="1000" kern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robotlog</a:t>
            </a:r>
            <a:r>
              <a:rPr lang="de-DE" sz="1000" kern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 </a:t>
            </a:r>
            <a:r>
              <a:rPr lang="de-DE" sz="1000" kern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jsoncode</a:t>
            </a:r>
            <a:r>
              <a:rPr lang="de-DE" sz="1000" kern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feld 48">
            <a:extLst>
              <a:ext uri="{FF2B5EF4-FFF2-40B4-BE49-F238E27FC236}">
                <a16:creationId xmlns:a16="http://schemas.microsoft.com/office/drawing/2014/main" id="{A4B2E78F-4572-565A-C8BF-8B0963783275}"/>
              </a:ext>
            </a:extLst>
          </p:cNvPr>
          <p:cNvSpPr txBox="1"/>
          <p:nvPr/>
        </p:nvSpPr>
        <p:spPr>
          <a:xfrm>
            <a:off x="447111" y="1287482"/>
            <a:ext cx="1914481" cy="28793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Markdown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Directive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text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block)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22" name="Rechteck 69">
            <a:extLst>
              <a:ext uri="{FF2B5EF4-FFF2-40B4-BE49-F238E27FC236}">
                <a16:creationId xmlns:a16="http://schemas.microsoft.com/office/drawing/2014/main" id="{DC872DB9-A8C5-0C93-BA98-5963291F66D5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373247" y="2773963"/>
            <a:ext cx="1929718" cy="1315790"/>
          </a:xfrm>
          <a:prstGeom prst="rect">
            <a:avLst/>
          </a:prstGeom>
          <a:solidFill>
            <a:srgbClr val="CCFFFF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23" name="Rechteck 49">
            <a:extLst>
              <a:ext uri="{FF2B5EF4-FFF2-40B4-BE49-F238E27FC236}">
                <a16:creationId xmlns:a16="http://schemas.microsoft.com/office/drawing/2014/main" id="{BFDB9E34-32F2-11D1-41DE-3449698700EB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529844" y="3110134"/>
            <a:ext cx="1356114" cy="839919"/>
          </a:xfrm>
          <a:prstGeom prst="rect">
            <a:avLst/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24" name="Textfeld 50">
            <a:extLst>
              <a:ext uri="{FF2B5EF4-FFF2-40B4-BE49-F238E27FC236}">
                <a16:creationId xmlns:a16="http://schemas.microsoft.com/office/drawing/2014/main" id="{97792252-2E81-1325-BE57-D2BB5C204CAA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626245" y="3211500"/>
            <a:ext cx="1069609" cy="66870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pcode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:`…`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plog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:`…`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1000" kern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rcode</a:t>
            </a:r>
            <a:r>
              <a:rPr lang="de-DE" sz="1000" kern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:`…`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1000" kern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rlog</a:t>
            </a:r>
            <a:r>
              <a:rPr lang="de-DE" sz="1000" kern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:`…`</a:t>
            </a: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feld 48">
            <a:extLst>
              <a:ext uri="{FF2B5EF4-FFF2-40B4-BE49-F238E27FC236}">
                <a16:creationId xmlns:a16="http://schemas.microsoft.com/office/drawing/2014/main" id="{6900E193-5BFA-5818-92D1-9DC75CDC3A51}"/>
              </a:ext>
            </a:extLst>
          </p:cNvPr>
          <p:cNvSpPr txBox="1"/>
          <p:nvPr/>
        </p:nvSpPr>
        <p:spPr>
          <a:xfrm>
            <a:off x="454127" y="2885789"/>
            <a:ext cx="1645269" cy="22434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Markdown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Role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(inline)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26" name="Textfeld 116">
            <a:extLst>
              <a:ext uri="{FF2B5EF4-FFF2-40B4-BE49-F238E27FC236}">
                <a16:creationId xmlns:a16="http://schemas.microsoft.com/office/drawing/2014/main" id="{3BEA7DBB-DA84-328A-27F2-9FED3A96E0B4}"/>
              </a:ext>
            </a:extLst>
          </p:cNvPr>
          <p:cNvSpPr txBox="1"/>
          <p:nvPr/>
        </p:nvSpPr>
        <p:spPr>
          <a:xfrm>
            <a:off x="5717258" y="2131595"/>
            <a:ext cx="876417" cy="27689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200" b="1" kern="0" dirty="0" err="1">
                <a:solidFill>
                  <a:srgbClr val="000000"/>
                </a:solidFill>
              </a:rPr>
              <a:t>LaTeX</a:t>
            </a:r>
            <a:r>
              <a:rPr lang="de-DE" sz="1200" b="1" kern="0" dirty="0">
                <a:solidFill>
                  <a:srgbClr val="000000"/>
                </a:solidFill>
              </a:rPr>
              <a:t>/PDF</a:t>
            </a:r>
          </a:p>
        </p:txBody>
      </p:sp>
      <p:sp>
        <p:nvSpPr>
          <p:cNvPr id="27" name="Rechteck 47">
            <a:extLst>
              <a:ext uri="{FF2B5EF4-FFF2-40B4-BE49-F238E27FC236}">
                <a16:creationId xmlns:a16="http://schemas.microsoft.com/office/drawing/2014/main" id="{A7E588C9-30A6-7581-FBD5-91A4874BEB43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4429306" y="2498890"/>
            <a:ext cx="3452746" cy="30856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000" dirty="0">
              <a:ln w="0"/>
              <a:solidFill>
                <a:schemeClr val="tx1"/>
              </a:solidFill>
            </a:endParaRPr>
          </a:p>
        </p:txBody>
      </p:sp>
      <p:sp>
        <p:nvSpPr>
          <p:cNvPr id="28" name="Rechteck 69">
            <a:extLst>
              <a:ext uri="{FF2B5EF4-FFF2-40B4-BE49-F238E27FC236}">
                <a16:creationId xmlns:a16="http://schemas.microsoft.com/office/drawing/2014/main" id="{E5F8BD3F-25C7-6382-F512-C99D938EB3CF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4555677" y="2606514"/>
            <a:ext cx="3237475" cy="1383854"/>
          </a:xfrm>
          <a:prstGeom prst="rect">
            <a:avLst/>
          </a:prstGeom>
          <a:solidFill>
            <a:srgbClr val="CCFFFF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29" name="Rechteck 49">
            <a:extLst>
              <a:ext uri="{FF2B5EF4-FFF2-40B4-BE49-F238E27FC236}">
                <a16:creationId xmlns:a16="http://schemas.microsoft.com/office/drawing/2014/main" id="{12641782-F110-A838-B517-335E3C900CCF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4676721" y="2932267"/>
            <a:ext cx="3018803" cy="949467"/>
          </a:xfrm>
          <a:prstGeom prst="rect">
            <a:avLst/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0" name="Textfeld 50">
            <a:extLst>
              <a:ext uri="{FF2B5EF4-FFF2-40B4-BE49-F238E27FC236}">
                <a16:creationId xmlns:a16="http://schemas.microsoft.com/office/drawing/2014/main" id="{0DC3FEF8-511C-0854-A6F3-6361C268BD51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4773123" y="3033633"/>
            <a:ext cx="2867629" cy="87095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0"/>
              </a:spcBef>
            </a:pP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begin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pythoncode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 \end{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pythoncode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begin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pythonlog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 … \end{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pythonlog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begin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robotcode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 … \end{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robotcode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begin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robotlog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 … \end{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robotlog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begin</a:t>
            </a:r>
            <a:r>
              <a:rPr lang="de-DE" sz="1000" kern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sz="1000" kern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jsoncode</a:t>
            </a:r>
            <a:r>
              <a:rPr lang="de-DE" sz="1000" kern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 … \end{</a:t>
            </a:r>
            <a:r>
              <a:rPr lang="de-DE" sz="1000" kern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jsoncode</a:t>
            </a:r>
            <a:r>
              <a:rPr lang="de-DE" sz="1000" kern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Textfeld 48">
            <a:extLst>
              <a:ext uri="{FF2B5EF4-FFF2-40B4-BE49-F238E27FC236}">
                <a16:creationId xmlns:a16="http://schemas.microsoft.com/office/drawing/2014/main" id="{73F5AE0D-1CEB-5FDC-C26D-A4D52C686E74}"/>
              </a:ext>
            </a:extLst>
          </p:cNvPr>
          <p:cNvSpPr txBox="1"/>
          <p:nvPr/>
        </p:nvSpPr>
        <p:spPr>
          <a:xfrm>
            <a:off x="4613676" y="2691895"/>
            <a:ext cx="3132929" cy="28793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LaTeX</a:t>
            </a:r>
            <a:r>
              <a:rPr lang="de-DE" sz="1000" kern="0" dirty="0">
                <a:solidFill>
                  <a:srgbClr val="000000"/>
                </a:solidFill>
              </a:rPr>
              <a:t> Environment 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listings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</a:t>
            </a:r>
            <a:r>
              <a:rPr lang="de-DE" sz="1000" kern="0" dirty="0">
                <a:solidFill>
                  <a:srgbClr val="000000"/>
                </a:solidFill>
              </a:rPr>
              <a:t> - </a:t>
            </a:r>
            <a:r>
              <a:rPr lang="de-DE" sz="1000" kern="0" dirty="0" err="1">
                <a:solidFill>
                  <a:srgbClr val="000000"/>
                </a:solidFill>
              </a:rPr>
              <a:t>robotframeworkaio.sty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32" name="Rechteck 69">
            <a:extLst>
              <a:ext uri="{FF2B5EF4-FFF2-40B4-BE49-F238E27FC236}">
                <a16:creationId xmlns:a16="http://schemas.microsoft.com/office/drawing/2014/main" id="{751242AE-8DE4-481C-089D-4A329838A057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539811" y="4178376"/>
            <a:ext cx="3237475" cy="1315790"/>
          </a:xfrm>
          <a:prstGeom prst="rect">
            <a:avLst/>
          </a:prstGeom>
          <a:solidFill>
            <a:srgbClr val="CCFFFF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3" name="Rechteck 49">
            <a:extLst>
              <a:ext uri="{FF2B5EF4-FFF2-40B4-BE49-F238E27FC236}">
                <a16:creationId xmlns:a16="http://schemas.microsoft.com/office/drawing/2014/main" id="{09E29152-CA9C-BA88-13FB-7CEA59A35B7C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676721" y="4538228"/>
            <a:ext cx="1022083" cy="839919"/>
          </a:xfrm>
          <a:prstGeom prst="rect">
            <a:avLst/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4" name="Textfeld 50">
            <a:extLst>
              <a:ext uri="{FF2B5EF4-FFF2-40B4-BE49-F238E27FC236}">
                <a16:creationId xmlns:a16="http://schemas.microsoft.com/office/drawing/2014/main" id="{C21D10D3-BB62-8B01-97D8-A50A7C2779BE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4773123" y="4639594"/>
            <a:ext cx="824082" cy="66870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pcode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plog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rcode</a:t>
            </a:r>
            <a:r>
              <a:rPr lang="de-DE" sz="1000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rlog</a:t>
            </a:r>
            <a:r>
              <a:rPr lang="de-DE" sz="1000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5" name="Textfeld 48">
            <a:extLst>
              <a:ext uri="{FF2B5EF4-FFF2-40B4-BE49-F238E27FC236}">
                <a16:creationId xmlns:a16="http://schemas.microsoft.com/office/drawing/2014/main" id="{939DE0A6-4505-E3C6-746E-772D1026FBFD}"/>
              </a:ext>
            </a:extLst>
          </p:cNvPr>
          <p:cNvSpPr txBox="1"/>
          <p:nvPr/>
        </p:nvSpPr>
        <p:spPr>
          <a:xfrm>
            <a:off x="4620692" y="4290202"/>
            <a:ext cx="3172460" cy="21924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LaTeX</a:t>
            </a:r>
            <a:r>
              <a:rPr lang="de-DE" sz="1000" kern="0" dirty="0">
                <a:solidFill>
                  <a:srgbClr val="000000"/>
                </a:solidFill>
              </a:rPr>
              <a:t> Command (</a:t>
            </a:r>
            <a:r>
              <a:rPr lang="de-DE" sz="1000" kern="0" dirty="0" err="1">
                <a:solidFill>
                  <a:srgbClr val="000000"/>
                </a:solidFill>
              </a:rPr>
              <a:t>listings</a:t>
            </a:r>
            <a:r>
              <a:rPr lang="de-DE" sz="1000" kern="0" dirty="0">
                <a:solidFill>
                  <a:srgbClr val="000000"/>
                </a:solidFill>
              </a:rPr>
              <a:t>) - </a:t>
            </a:r>
            <a:r>
              <a:rPr lang="de-DE" sz="1000" kern="0" dirty="0" err="1">
                <a:solidFill>
                  <a:srgbClr val="000000"/>
                </a:solidFill>
              </a:rPr>
              <a:t>robotframeworkaio.sty</a:t>
            </a:r>
            <a:endParaRPr lang="en-US" sz="1000" kern="0" dirty="0">
              <a:solidFill>
                <a:srgbClr val="000000"/>
              </a:solidFill>
            </a:endParaRPr>
          </a:p>
        </p:txBody>
      </p:sp>
      <p:cxnSp>
        <p:nvCxnSpPr>
          <p:cNvPr id="36" name="Straight Arrow Connector 141">
            <a:extLst>
              <a:ext uri="{FF2B5EF4-FFF2-40B4-BE49-F238E27FC236}">
                <a16:creationId xmlns:a16="http://schemas.microsoft.com/office/drawing/2014/main" id="{99663D5D-34D2-27B6-2B9F-A195EEC4EA9B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2302965" y="1894028"/>
            <a:ext cx="2252712" cy="1404413"/>
          </a:xfrm>
          <a:prstGeom prst="straightConnector1">
            <a:avLst/>
          </a:prstGeom>
          <a:ln w="25400">
            <a:solidFill>
              <a:srgbClr val="00B0F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141">
            <a:extLst>
              <a:ext uri="{FF2B5EF4-FFF2-40B4-BE49-F238E27FC236}">
                <a16:creationId xmlns:a16="http://schemas.microsoft.com/office/drawing/2014/main" id="{78B533B6-C113-F8CE-2C87-5A206BD5742D}"/>
              </a:ext>
            </a:extLst>
          </p:cNvPr>
          <p:cNvCxnSpPr>
            <a:cxnSpLocks/>
            <a:stCxn id="22" idx="3"/>
            <a:endCxn id="32" idx="1"/>
          </p:cNvCxnSpPr>
          <p:nvPr/>
        </p:nvCxnSpPr>
        <p:spPr>
          <a:xfrm>
            <a:off x="2302965" y="3431858"/>
            <a:ext cx="2236846" cy="1404413"/>
          </a:xfrm>
          <a:prstGeom prst="straightConnector1">
            <a:avLst/>
          </a:prstGeom>
          <a:ln w="25400">
            <a:solidFill>
              <a:srgbClr val="00B0F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feld 48">
            <a:extLst>
              <a:ext uri="{FF2B5EF4-FFF2-40B4-BE49-F238E27FC236}">
                <a16:creationId xmlns:a16="http://schemas.microsoft.com/office/drawing/2014/main" id="{ADB2C70E-F9D1-B890-397C-0F468171561B}"/>
              </a:ext>
            </a:extLst>
          </p:cNvPr>
          <p:cNvSpPr txBox="1"/>
          <p:nvPr/>
        </p:nvSpPr>
        <p:spPr>
          <a:xfrm>
            <a:off x="373247" y="4669284"/>
            <a:ext cx="1623216" cy="23511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C00000"/>
                </a:solidFill>
              </a:rPr>
              <a:t>Red</a:t>
            </a:r>
            <a:r>
              <a:rPr lang="de-DE" sz="1000" kern="0" dirty="0">
                <a:solidFill>
                  <a:srgbClr val="C00000"/>
                </a:solidFill>
              </a:rPr>
              <a:t> = </a:t>
            </a:r>
            <a:r>
              <a:rPr lang="de-DE" sz="1000" kern="0" dirty="0" err="1">
                <a:solidFill>
                  <a:srgbClr val="C00000"/>
                </a:solidFill>
              </a:rPr>
              <a:t>under</a:t>
            </a:r>
            <a:r>
              <a:rPr lang="de-DE" sz="1000" kern="0" dirty="0">
                <a:solidFill>
                  <a:srgbClr val="C00000"/>
                </a:solidFill>
              </a:rPr>
              <a:t> </a:t>
            </a:r>
            <a:r>
              <a:rPr lang="de-DE" sz="1000" kern="0" dirty="0" err="1">
                <a:solidFill>
                  <a:srgbClr val="C00000"/>
                </a:solidFill>
              </a:rPr>
              <a:t>development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</a:endParaRPr>
          </a:p>
        </p:txBody>
      </p:sp>
      <p:sp>
        <p:nvSpPr>
          <p:cNvPr id="44" name="Rechteck 47">
            <a:extLst>
              <a:ext uri="{FF2B5EF4-FFF2-40B4-BE49-F238E27FC236}">
                <a16:creationId xmlns:a16="http://schemas.microsoft.com/office/drawing/2014/main" id="{8D20921B-A157-28E6-B68B-163040A802F0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8452664" y="1082591"/>
            <a:ext cx="2201796" cy="16098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000" dirty="0">
              <a:ln w="0"/>
              <a:solidFill>
                <a:schemeClr val="tx1"/>
              </a:solidFill>
            </a:endParaRPr>
          </a:p>
        </p:txBody>
      </p:sp>
      <p:sp>
        <p:nvSpPr>
          <p:cNvPr id="45" name="Rechteck 69">
            <a:extLst>
              <a:ext uri="{FF2B5EF4-FFF2-40B4-BE49-F238E27FC236}">
                <a16:creationId xmlns:a16="http://schemas.microsoft.com/office/drawing/2014/main" id="{F6A46162-E1DB-C402-ACC9-38034C796F77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8578406" y="1190214"/>
            <a:ext cx="1914481" cy="1395741"/>
          </a:xfrm>
          <a:prstGeom prst="rect">
            <a:avLst/>
          </a:prstGeom>
          <a:solidFill>
            <a:srgbClr val="CCFFFF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46" name="Rechteck 49">
            <a:extLst>
              <a:ext uri="{FF2B5EF4-FFF2-40B4-BE49-F238E27FC236}">
                <a16:creationId xmlns:a16="http://schemas.microsoft.com/office/drawing/2014/main" id="{9CE9C74A-0EFA-F7BD-892D-A305AB860A1E}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>
            <a:off x="8719766" y="1524755"/>
            <a:ext cx="1356114" cy="961353"/>
          </a:xfrm>
          <a:prstGeom prst="rect">
            <a:avLst/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47" name="Textfeld 50">
            <a:extLst>
              <a:ext uri="{FF2B5EF4-FFF2-40B4-BE49-F238E27FC236}">
                <a16:creationId xmlns:a16="http://schemas.microsoft.com/office/drawing/2014/main" id="{C4AF4BA3-7023-B84D-FEE8-894AC6C46E7D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8816167" y="1626121"/>
            <a:ext cx="1153333" cy="80698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0"/>
              </a:spcBef>
            </a:pP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pythoncode.css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pythonlog.css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robotcode.css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robotlog.css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jsoncode.css</a:t>
            </a: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8" name="Textfeld 48">
            <a:extLst>
              <a:ext uri="{FF2B5EF4-FFF2-40B4-BE49-F238E27FC236}">
                <a16:creationId xmlns:a16="http://schemas.microsoft.com/office/drawing/2014/main" id="{418F3544-6493-6B56-086C-15BC9B5254C6}"/>
              </a:ext>
            </a:extLst>
          </p:cNvPr>
          <p:cNvSpPr txBox="1"/>
          <p:nvPr/>
        </p:nvSpPr>
        <p:spPr>
          <a:xfrm>
            <a:off x="8637033" y="1275596"/>
            <a:ext cx="1914481" cy="28793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Pygments</a:t>
            </a:r>
            <a:r>
              <a:rPr lang="de-DE" sz="1000" kern="0" dirty="0">
                <a:solidFill>
                  <a:srgbClr val="000000"/>
                </a:solidFill>
              </a:rPr>
              <a:t> code and </a:t>
            </a:r>
            <a:r>
              <a:rPr lang="de-DE" sz="1000" kern="0" dirty="0" err="1">
                <a:solidFill>
                  <a:srgbClr val="000000"/>
                </a:solidFill>
              </a:rPr>
              <a:t>stylesheets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53" name="Textfeld 116">
            <a:extLst>
              <a:ext uri="{FF2B5EF4-FFF2-40B4-BE49-F238E27FC236}">
                <a16:creationId xmlns:a16="http://schemas.microsoft.com/office/drawing/2014/main" id="{C5975DCC-59CA-274A-58D1-5D4C2A9C41BD}"/>
              </a:ext>
            </a:extLst>
          </p:cNvPr>
          <p:cNvSpPr txBox="1"/>
          <p:nvPr/>
        </p:nvSpPr>
        <p:spPr>
          <a:xfrm>
            <a:off x="9397823" y="729838"/>
            <a:ext cx="876417" cy="27689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200" b="1" kern="0" dirty="0">
                <a:solidFill>
                  <a:srgbClr val="000000"/>
                </a:solidFill>
              </a:rPr>
              <a:t>HTML</a:t>
            </a:r>
          </a:p>
        </p:txBody>
      </p:sp>
      <p:cxnSp>
        <p:nvCxnSpPr>
          <p:cNvPr id="5" name="Straight Arrow Connector 141">
            <a:extLst>
              <a:ext uri="{FF2B5EF4-FFF2-40B4-BE49-F238E27FC236}">
                <a16:creationId xmlns:a16="http://schemas.microsoft.com/office/drawing/2014/main" id="{4213E276-FAA5-C304-5803-11E746EBDDB5}"/>
              </a:ext>
            </a:extLst>
          </p:cNvPr>
          <p:cNvCxnSpPr>
            <a:cxnSpLocks/>
            <a:stCxn id="10" idx="3"/>
            <a:endCxn id="45" idx="1"/>
          </p:cNvCxnSpPr>
          <p:nvPr/>
        </p:nvCxnSpPr>
        <p:spPr>
          <a:xfrm flipV="1">
            <a:off x="2302965" y="1888085"/>
            <a:ext cx="6275441" cy="5943"/>
          </a:xfrm>
          <a:prstGeom prst="straightConnector1">
            <a:avLst/>
          </a:prstGeom>
          <a:ln w="25400">
            <a:solidFill>
              <a:srgbClr val="00B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1">
            <a:extLst>
              <a:ext uri="{FF2B5EF4-FFF2-40B4-BE49-F238E27FC236}">
                <a16:creationId xmlns:a16="http://schemas.microsoft.com/office/drawing/2014/main" id="{ECC8CFAE-FB27-038F-48A0-A3DAD914C96B}"/>
              </a:ext>
            </a:extLst>
          </p:cNvPr>
          <p:cNvCxnSpPr>
            <a:cxnSpLocks/>
            <a:stCxn id="27" idx="3"/>
            <a:endCxn id="44" idx="2"/>
          </p:cNvCxnSpPr>
          <p:nvPr/>
        </p:nvCxnSpPr>
        <p:spPr>
          <a:xfrm flipV="1">
            <a:off x="7882052" y="2692400"/>
            <a:ext cx="1671510" cy="1349329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Multiplikationszeichen 18">
            <a:extLst>
              <a:ext uri="{FF2B5EF4-FFF2-40B4-BE49-F238E27FC236}">
                <a16:creationId xmlns:a16="http://schemas.microsoft.com/office/drawing/2014/main" id="{F8AF8999-7063-A29C-F947-E17546F96C09}"/>
              </a:ext>
            </a:extLst>
          </p:cNvPr>
          <p:cNvSpPr/>
          <p:nvPr/>
        </p:nvSpPr>
        <p:spPr>
          <a:xfrm>
            <a:off x="8556358" y="3184921"/>
            <a:ext cx="413959" cy="351009"/>
          </a:xfrm>
          <a:prstGeom prst="mathMultiply">
            <a:avLst/>
          </a:prstGeom>
          <a:solidFill>
            <a:srgbClr val="FF0000"/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21" name="Textfeld 48">
            <a:extLst>
              <a:ext uri="{FF2B5EF4-FFF2-40B4-BE49-F238E27FC236}">
                <a16:creationId xmlns:a16="http://schemas.microsoft.com/office/drawing/2014/main" id="{B794811C-760D-1FEC-9A5D-E18B9A5CA5AD}"/>
              </a:ext>
            </a:extLst>
          </p:cNvPr>
          <p:cNvSpPr txBox="1"/>
          <p:nvPr/>
        </p:nvSpPr>
        <p:spPr>
          <a:xfrm>
            <a:off x="373247" y="5027454"/>
            <a:ext cx="1623216" cy="47678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/>
              <a:t>Not </a:t>
            </a:r>
            <a:r>
              <a:rPr lang="de-DE" sz="1000" kern="0" dirty="0" err="1"/>
              <a:t>supported</a:t>
            </a:r>
            <a:r>
              <a:rPr lang="de-DE" sz="1000" kern="0" dirty="0"/>
              <a:t>:</a:t>
            </a:r>
          </a:p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/>
              <a:t>jsonlog</a:t>
            </a:r>
            <a:r>
              <a:rPr lang="de-DE" sz="1000" kern="0" dirty="0"/>
              <a:t>, </a:t>
            </a:r>
            <a:r>
              <a:rPr lang="de-DE" sz="1000" kern="0" dirty="0" err="1"/>
              <a:t>jcode</a:t>
            </a:r>
            <a:r>
              <a:rPr lang="de-DE" sz="1000" kern="0" dirty="0"/>
              <a:t>, </a:t>
            </a:r>
            <a:r>
              <a:rPr lang="de-DE" sz="1000" kern="0" dirty="0" err="1"/>
              <a:t>jlog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FAF7607-977B-C473-4B47-44C1425891DE}"/>
              </a:ext>
            </a:extLst>
          </p:cNvPr>
          <p:cNvSpPr txBox="1"/>
          <p:nvPr/>
        </p:nvSpPr>
        <p:spPr>
          <a:xfrm>
            <a:off x="2350824" y="5014574"/>
            <a:ext cx="1850192" cy="36602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CustomLaTeXTranslator</a:t>
            </a:r>
            <a:r>
              <a:rPr lang="de-DE" sz="1000" kern="0" dirty="0">
                <a:solidFill>
                  <a:srgbClr val="000000"/>
                </a:solidFill>
              </a:rPr>
              <a:t>/Writer</a:t>
            </a: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58" name="Abgerundete rechteckige Legende 102">
            <a:extLst>
              <a:ext uri="{FF2B5EF4-FFF2-40B4-BE49-F238E27FC236}">
                <a16:creationId xmlns:a16="http://schemas.microsoft.com/office/drawing/2014/main" id="{ABE60E77-766F-8191-4863-B643C1FEF3B5}"/>
              </a:ext>
            </a:extLst>
          </p:cNvPr>
          <p:cNvSpPr/>
          <p:nvPr/>
        </p:nvSpPr>
        <p:spPr>
          <a:xfrm>
            <a:off x="8976190" y="3695572"/>
            <a:ext cx="934805" cy="259627"/>
          </a:xfrm>
          <a:prstGeom prst="wedgeRoundRectCallout">
            <a:avLst>
              <a:gd name="adj1" fmla="val -57041"/>
              <a:gd name="adj2" fmla="val -143874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dirty="0">
              <a:ln w="0"/>
              <a:solidFill>
                <a:schemeClr val="dk1"/>
              </a:solidFill>
              <a:latin typeface="+mn-lt"/>
            </a:endParaRPr>
          </a:p>
        </p:txBody>
      </p:sp>
      <p:sp>
        <p:nvSpPr>
          <p:cNvPr id="59" name="Textfeld 101">
            <a:extLst>
              <a:ext uri="{FF2B5EF4-FFF2-40B4-BE49-F238E27FC236}">
                <a16:creationId xmlns:a16="http://schemas.microsoft.com/office/drawing/2014/main" id="{D654E760-AC2F-14FE-7670-A6DF43D7C264}"/>
              </a:ext>
            </a:extLst>
          </p:cNvPr>
          <p:cNvSpPr txBox="1"/>
          <p:nvPr/>
        </p:nvSpPr>
        <p:spPr>
          <a:xfrm>
            <a:off x="9070907" y="3736701"/>
            <a:ext cx="840088" cy="2184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Not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supported</a:t>
            </a:r>
            <a:endParaRPr kumimoji="0" lang="en-US" sz="9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61" name="Abgerundete rechteckige Legende 102">
            <a:extLst>
              <a:ext uri="{FF2B5EF4-FFF2-40B4-BE49-F238E27FC236}">
                <a16:creationId xmlns:a16="http://schemas.microsoft.com/office/drawing/2014/main" id="{4E6FA095-917C-B928-17F8-D528276714DB}"/>
              </a:ext>
            </a:extLst>
          </p:cNvPr>
          <p:cNvSpPr/>
          <p:nvPr/>
        </p:nvSpPr>
        <p:spPr>
          <a:xfrm>
            <a:off x="3333401" y="1093712"/>
            <a:ext cx="1928335" cy="388800"/>
          </a:xfrm>
          <a:prstGeom prst="wedgeRoundRectCallout">
            <a:avLst>
              <a:gd name="adj1" fmla="val -29784"/>
              <a:gd name="adj2" fmla="val 153196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dirty="0">
              <a:ln w="0"/>
              <a:latin typeface="+mn-lt"/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2DCABF6-1F4E-F8BB-A16F-D7F208AA2A40}"/>
              </a:ext>
            </a:extLst>
          </p:cNvPr>
          <p:cNvSpPr txBox="1"/>
          <p:nvPr/>
        </p:nvSpPr>
        <p:spPr>
          <a:xfrm>
            <a:off x="3411727" y="1105099"/>
            <a:ext cx="1850009" cy="36602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CustomHTMLTranslator</a:t>
            </a:r>
            <a:r>
              <a:rPr lang="de-DE" sz="1000" kern="0" dirty="0">
                <a:solidFill>
                  <a:srgbClr val="000000"/>
                </a:solidFill>
              </a:rPr>
              <a:t>/Writer</a:t>
            </a: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569633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7F1B4-F99A-DAD2-60F7-B942F12F4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BFF3199-BE56-B197-5239-B747C6874F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Code Objects (1)</a:t>
            </a: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6C51A7F-A986-AEAF-77ED-843F16444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4</a:t>
            </a:fld>
            <a:endParaRPr lang="en-US" noProof="1"/>
          </a:p>
        </p:txBody>
      </p:sp>
      <p:sp>
        <p:nvSpPr>
          <p:cNvPr id="2" name="Textfeld 116">
            <a:extLst>
              <a:ext uri="{FF2B5EF4-FFF2-40B4-BE49-F238E27FC236}">
                <a16:creationId xmlns:a16="http://schemas.microsoft.com/office/drawing/2014/main" id="{7DF23566-553D-D8ED-E7E6-BC99800E6203}"/>
              </a:ext>
            </a:extLst>
          </p:cNvPr>
          <p:cNvSpPr txBox="1"/>
          <p:nvPr/>
        </p:nvSpPr>
        <p:spPr>
          <a:xfrm>
            <a:off x="266700" y="849988"/>
            <a:ext cx="5338234" cy="38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b="1" kern="0" dirty="0" err="1">
                <a:solidFill>
                  <a:srgbClr val="000000"/>
                </a:solidFill>
              </a:rPr>
              <a:t>class</a:t>
            </a:r>
            <a:r>
              <a:rPr lang="de-DE" b="1" kern="0" dirty="0">
                <a:solidFill>
                  <a:srgbClr val="000000"/>
                </a:solidFill>
              </a:rPr>
              <a:t> </a:t>
            </a:r>
            <a:r>
              <a:rPr lang="de-DE" b="1" kern="0" dirty="0" err="1">
                <a:solidFill>
                  <a:srgbClr val="000000"/>
                </a:solidFill>
              </a:rPr>
              <a:t>CustomHTMLTranslator</a:t>
            </a:r>
            <a:r>
              <a:rPr lang="de-DE" b="1" kern="0" dirty="0">
                <a:solidFill>
                  <a:srgbClr val="000000"/>
                </a:solidFill>
              </a:rPr>
              <a:t>(</a:t>
            </a:r>
            <a:r>
              <a:rPr lang="de-DE" b="1" kern="0" dirty="0" err="1">
                <a:solidFill>
                  <a:srgbClr val="000000"/>
                </a:solidFill>
              </a:rPr>
              <a:t>HTMLTranslator</a:t>
            </a:r>
            <a:r>
              <a:rPr lang="de-DE" b="1" kern="0" dirty="0">
                <a:solidFill>
                  <a:srgbClr val="000000"/>
                </a:solidFill>
              </a:rPr>
              <a:t>):</a:t>
            </a:r>
          </a:p>
        </p:txBody>
      </p:sp>
      <p:graphicFrame>
        <p:nvGraphicFramePr>
          <p:cNvPr id="38" name="Tabelle 37">
            <a:extLst>
              <a:ext uri="{FF2B5EF4-FFF2-40B4-BE49-F238E27FC236}">
                <a16:creationId xmlns:a16="http://schemas.microsoft.com/office/drawing/2014/main" id="{8FAA3200-695A-C93C-EB53-79394DB42E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7028892"/>
              </p:ext>
            </p:extLst>
          </p:nvPr>
        </p:nvGraphicFramePr>
        <p:xfrm>
          <a:off x="259200" y="1238788"/>
          <a:ext cx="10298733" cy="380905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432911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2562324463"/>
                    </a:ext>
                  </a:extLst>
                </a:gridCol>
              </a:tblGrid>
              <a:tr h="376203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Node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Lexer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Formatter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pythoncode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PythonLexer</a:t>
                      </a:r>
                      <a:r>
                        <a:rPr lang="de-DE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HtmlFormatter</a:t>
                      </a:r>
                      <a:r>
                        <a:rPr lang="de-DE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pythonlog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To</a:t>
                      </a: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be</a:t>
                      </a: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clarified</a:t>
                      </a:r>
                      <a:endParaRPr lang="de-DE" i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HtmlFormatter</a:t>
                      </a:r>
                      <a:r>
                        <a:rPr lang="de-DE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48865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robotcode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To</a:t>
                      </a: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be</a:t>
                      </a: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clarified</a:t>
                      </a:r>
                      <a:endParaRPr lang="de-DE" i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HtmlFormatter</a:t>
                      </a:r>
                      <a:r>
                        <a:rPr lang="de-DE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546556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robotlog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To</a:t>
                      </a: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be</a:t>
                      </a: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clarified</a:t>
                      </a:r>
                      <a:endParaRPr lang="de-DE" i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HtmlFormatter</a:t>
                      </a:r>
                      <a:r>
                        <a:rPr lang="de-DE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43762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jsoncode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Custom</a:t>
                      </a:r>
                      <a:r>
                        <a:rPr lang="de-DE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JsonLexer</a:t>
                      </a:r>
                      <a:r>
                        <a:rPr lang="de-DE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HtmlFormatter</a:t>
                      </a:r>
                      <a:r>
                        <a:rPr lang="de-DE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811061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pcode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PythonLexer</a:t>
                      </a:r>
                      <a:r>
                        <a:rPr lang="de-DE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HtmlFormatter</a:t>
                      </a:r>
                      <a:r>
                        <a:rPr lang="de-DE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61904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plog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To</a:t>
                      </a: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be</a:t>
                      </a: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clarified</a:t>
                      </a:r>
                      <a:endParaRPr lang="de-DE" i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HtmlFormatter</a:t>
                      </a:r>
                      <a:r>
                        <a:rPr lang="de-DE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7397290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rcode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To</a:t>
                      </a: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be</a:t>
                      </a: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clarified</a:t>
                      </a:r>
                      <a:endParaRPr lang="de-DE" i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HtmlFormatter</a:t>
                      </a:r>
                      <a:r>
                        <a:rPr lang="de-DE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8661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rlog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To</a:t>
                      </a: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be</a:t>
                      </a: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de-DE" i="1" dirty="0" err="1">
                          <a:solidFill>
                            <a:srgbClr val="C00000"/>
                          </a:solidFill>
                        </a:rPr>
                        <a:t>clarified</a:t>
                      </a:r>
                      <a:endParaRPr lang="de-DE" i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HtmlFormatter</a:t>
                      </a:r>
                      <a:r>
                        <a:rPr lang="de-DE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625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8908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7B0B3-6C56-A6F9-D687-40D1C5E1A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ACE1218-8F37-EF62-5767-F9500A4AA16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Code Objects (2)</a:t>
            </a: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741DED-A3B8-781D-FAFD-62F2AB757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5</a:t>
            </a:fld>
            <a:endParaRPr lang="en-US" noProof="1"/>
          </a:p>
        </p:txBody>
      </p:sp>
      <p:sp>
        <p:nvSpPr>
          <p:cNvPr id="2" name="Textfeld 116">
            <a:extLst>
              <a:ext uri="{FF2B5EF4-FFF2-40B4-BE49-F238E27FC236}">
                <a16:creationId xmlns:a16="http://schemas.microsoft.com/office/drawing/2014/main" id="{D9D477F7-6B63-6CCC-5ED1-02DD6EA87A92}"/>
              </a:ext>
            </a:extLst>
          </p:cNvPr>
          <p:cNvSpPr txBox="1"/>
          <p:nvPr/>
        </p:nvSpPr>
        <p:spPr>
          <a:xfrm>
            <a:off x="266699" y="849988"/>
            <a:ext cx="5465233" cy="38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b="1" kern="0" dirty="0" err="1">
                <a:solidFill>
                  <a:srgbClr val="000000"/>
                </a:solidFill>
              </a:rPr>
              <a:t>class</a:t>
            </a:r>
            <a:r>
              <a:rPr lang="de-DE" b="1" kern="0" dirty="0">
                <a:solidFill>
                  <a:srgbClr val="000000"/>
                </a:solidFill>
              </a:rPr>
              <a:t> </a:t>
            </a:r>
            <a:r>
              <a:rPr lang="de-DE" b="1" kern="0" dirty="0" err="1">
                <a:solidFill>
                  <a:srgbClr val="000000"/>
                </a:solidFill>
              </a:rPr>
              <a:t>CustomLaTeXTranslator</a:t>
            </a:r>
            <a:r>
              <a:rPr lang="de-DE" b="1" kern="0" dirty="0">
                <a:solidFill>
                  <a:srgbClr val="000000"/>
                </a:solidFill>
              </a:rPr>
              <a:t>(</a:t>
            </a:r>
            <a:r>
              <a:rPr lang="de-DE" b="1" kern="0" dirty="0" err="1">
                <a:solidFill>
                  <a:srgbClr val="000000"/>
                </a:solidFill>
              </a:rPr>
              <a:t>LaTeXTranslator</a:t>
            </a:r>
            <a:r>
              <a:rPr lang="de-DE" b="1" kern="0" dirty="0">
                <a:solidFill>
                  <a:srgbClr val="000000"/>
                </a:solidFill>
              </a:rPr>
              <a:t>):</a:t>
            </a:r>
          </a:p>
        </p:txBody>
      </p:sp>
      <p:graphicFrame>
        <p:nvGraphicFramePr>
          <p:cNvPr id="38" name="Tabelle 37">
            <a:extLst>
              <a:ext uri="{FF2B5EF4-FFF2-40B4-BE49-F238E27FC236}">
                <a16:creationId xmlns:a16="http://schemas.microsoft.com/office/drawing/2014/main" id="{A0C64C4A-3F37-0BFB-E1E8-F3396992A4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257365"/>
              </p:ext>
            </p:extLst>
          </p:nvPr>
        </p:nvGraphicFramePr>
        <p:xfrm>
          <a:off x="259200" y="1238788"/>
          <a:ext cx="10298733" cy="249020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432911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2562324463"/>
                    </a:ext>
                  </a:extLst>
                </a:gridCol>
              </a:tblGrid>
              <a:tr h="478523"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Markdown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LaTeX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Realized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by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485169">
                <a:tc>
                  <a:txBody>
                    <a:bodyPr/>
                    <a:lstStyle/>
                    <a:p>
                      <a:r>
                        <a:rPr lang="de-DE" dirty="0" err="1"/>
                        <a:t>directive</a:t>
                      </a:r>
                      <a:r>
                        <a:rPr lang="de-DE" dirty="0"/>
                        <a:t>/</a:t>
                      </a:r>
                      <a:r>
                        <a:rPr lang="de-DE" dirty="0" err="1"/>
                        <a:t>rule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environment</a:t>
                      </a:r>
                      <a:r>
                        <a:rPr lang="de-DE" dirty="0"/>
                        <a:t>/</a:t>
                      </a:r>
                      <a:r>
                        <a:rPr lang="de-DE" dirty="0" err="1"/>
                        <a:t>command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from </a:t>
                      </a:r>
                      <a:r>
                        <a:rPr lang="en-US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docutils.core</a:t>
                      </a:r>
                      <a:r>
                        <a:rPr lang="en-US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import </a:t>
                      </a:r>
                      <a:r>
                        <a:rPr lang="en-US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publish_parts</a:t>
                      </a:r>
                      <a:endParaRPr lang="en-US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With:</a:t>
                      </a:r>
                    </a:p>
                    <a:p>
                      <a:endParaRPr lang="en-US" dirty="0"/>
                    </a:p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writer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=</a:t>
                      </a:r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CustomLaTeXWriter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392260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G1_D2_169.PNG" val="image1.png"/>
  <p:tag name="RIGHT_D2.PNG" val="image3.png"/>
  <p:tag name="BG2_D2_169.PNG" val="image4.png"/>
  <p:tag name="SWITCH_BG1_D2_169.JPG" val="image5.png"/>
  <p:tag name="BOTTOM_D2_169.PNG" val="image6.png"/>
  <p:tag name="LOGO2_D2.PNG" val="image7.png"/>
  <p:tag name="BG3_D2_169.PNG" val="image9.png"/>
  <p:tag name="SWITCH_BG2_D2_169.JPG" val="image8.png"/>
  <p:tag name="LOGO1_D2.PNG" val="image2.png"/>
  <p:tag name="MLTEMPLATEVERSION" val="1.0"/>
  <p:tag name="SAXMLTEMPLATE" val="presentation_169"/>
  <p:tag name="SAXMLCOMPANYNAME" val="bosch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2;-2;-2;-2;-1;-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2;-2;-2;-2;-1;-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2;-2;-2;-2;-1;-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2;-2;-2;-2;-1;-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2;-2;-2;-2;-1;-2"/>
</p:tagLst>
</file>

<file path=ppt/theme/theme1.xml><?xml version="1.0" encoding="utf-8"?>
<a:theme xmlns:a="http://schemas.openxmlformats.org/drawingml/2006/main" name="Bosch NG">
  <a:themeElements>
    <a:clrScheme name="Bosch_Fuchsia">
      <a:dk1>
        <a:srgbClr val="000000"/>
      </a:dk1>
      <a:lt1>
        <a:srgbClr val="FFFFFF"/>
      </a:lt1>
      <a:dk2>
        <a:srgbClr val="424C58"/>
      </a:dk2>
      <a:lt2>
        <a:srgbClr val="B2B3B5"/>
      </a:lt2>
      <a:accent1>
        <a:srgbClr val="A80163"/>
      </a:accent1>
      <a:accent2>
        <a:srgbClr val="D067AD"/>
      </a:accent2>
      <a:accent3>
        <a:srgbClr val="B2B3B5"/>
      </a:accent3>
      <a:accent4>
        <a:srgbClr val="424C58"/>
      </a:accent4>
      <a:accent5>
        <a:srgbClr val="3F136C"/>
      </a:accent5>
      <a:accent6>
        <a:srgbClr val="967CB1"/>
      </a:accent6>
      <a:hlink>
        <a:srgbClr val="738CB4"/>
      </a:hlink>
      <a:folHlink>
        <a:srgbClr val="B0BBD0"/>
      </a:folHlink>
    </a:clrScheme>
    <a:fontScheme name="Bosch">
      <a:majorFont>
        <a:latin typeface="Bosch Office Sans"/>
        <a:ea typeface=""/>
        <a:cs typeface=""/>
      </a:majorFont>
      <a:minorFont>
        <a:latin typeface="Bosch Office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 cap="flat" cmpd="sng" algn="ctr">
          <a:solidFill>
            <a:srgbClr val="3F136C"/>
          </a:solidFill>
          <a:prstDash val="solid"/>
        </a:ln>
        <a:effectLst/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kern="0" cap="none" spc="0" normalizeH="0" baseline="0" noProof="0" dirty="0" smtClean="0">
            <a:ln>
              <a:noFill/>
            </a:ln>
            <a:solidFill>
              <a:srgbClr val="000000"/>
            </a:solidFill>
            <a:effectLst/>
            <a:uLnTx/>
            <a:uFillTx/>
            <a:latin typeface="Bosch Office Sans"/>
            <a:ea typeface="+mn-ea"/>
            <a:cs typeface="+mn-cs"/>
          </a:defRPr>
        </a:defPPr>
      </a:lstStyle>
    </a:spDef>
    <a:txDef>
      <a:spPr>
        <a:noFill/>
      </a:spPr>
      <a:bodyPr wrap="square" lIns="0" tIns="0" rIns="0" bIns="0" rtlCol="0">
        <a:noAutofit/>
      </a:bodyPr>
      <a:lstStyle>
        <a:defPPr marR="0" defTabSz="914400" eaLnBrk="1" fontAlgn="auto" latinLnBrk="0" hangingPunct="1">
          <a:lnSpc>
            <a:spcPts val="2300"/>
          </a:lnSpc>
          <a:spcBef>
            <a:spcPts val="50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kern="0" cap="none" spc="0" normalizeH="0" baseline="0" noProof="0" dirty="0" smtClean="0">
            <a:ln>
              <a:noFill/>
            </a:ln>
            <a:solidFill>
              <a:srgbClr val="000000"/>
            </a:solidFill>
            <a:effectLst/>
            <a:uLnTx/>
            <a:uFillTx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1.potx" id="{F7EF9966-F53A-44CC-A756-EF9E132AF5E6}" vid="{BE1FDABE-663E-4397-8AF3-7005A7B11CBE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saxML>
  <saxMLTemplate>presentation_169</saxMLTemplate>
  <Variablen>
    <Variable>
      <Name>attachmentremark</Name>
      <OrgInhalt/>
      <Wert/>
      <Platzhalter>False</Platzhalter>
      <DocDatenDialog>True</DocDatenDialog>
      <Label>Attachment</Label>
      <FrageVar>False</FrageVar>
      <Prefix/>
      <Suffix/>
      <WegfallVar/>
      <MussFeld>False</MussFeld>
      <InDokument>True</InDokument>
      <Sektion>Rectangle7</Sektion>
      <Reihenfolge>0</Reihenfolge>
    </Variable>
    <Variable>
      <Name>departmentshort</Name>
      <OrgInhalt>XC-CI1/ECA3</OrgInhalt>
      <Wert>XC-CI1/ECA3</Wert>
      <Platzhalter>False</Platzhalter>
      <DocDatenDialog>True</DocDatenDialog>
      <Label>Authoring</Label>
      <FrageVar>False</FrageVar>
      <Prefix/>
      <Suffix/>
      <WegfallVar/>
      <MussFeld>False</MussFeld>
      <Trenner>
        <VariableVor>confidentiality</VariableVor>
        <VariableVor>businessunit</VariableVor>
        <Zwischen> | </Zwischen>
        <VariableNach>departmentshort</VariableNach>
      </Trenner>
      <InDokument>True</InDokument>
      <Sektion>Bosch_footer_1</Sektion>
      <Reihenfolge/>
    </Variable>
    <Variable>
      <Name>confidentiality</Name>
      <OrgInhalt>Internal</OrgInhalt>
      <Wert>Internal</Wert>
      <Platzhalter>False</Platzhalter>
      <DocDatenDialog>True</DocDatenDialog>
      <Label>Notation of confidentiality</Label>
      <FrageVar>False</FrageVar>
      <Prefix/>
      <Suffix/>
      <WegfallVar/>
      <ComboBox>
        <Option>Internal</Option>
        <Option>Confidential</Option>
        <Option>Strictly confidential</Option>
        <Option/>
      </ComboBox>
      <MussFeld>False</MussFeld>
      <InDokument>True</InDokument>
      <Sektion>Bosch_footer_1</Sektion>
      <Reihenfolge>0</Reihenfolge>
    </Variable>
    <Variable>
      <Name>copyright</Name>
      <OrgInhalt>© Robert Bosch Car Multimedia GmbH 2021. All rights reserved, also regarding any disposal, exploitation, reproduction, editing, distribution, as well as in the event of applications for industrial property rights.</OrgInhalt>
      <Wert>© Robert Bosch Car Multimedia GmbH 2021. All rights reserved, also regarding any disposal, exploitation, reproduction, editing, distribution, as well as in the event of applications for industrial property rights.</Wert>
      <Platzhalter>False</Platzhalter>
      <DocDatenDialog>False</DocDatenDialog>
      <Label>$tr_copyright$</Label>
      <FrageVar>False</FrageVar>
      <Prefix/>
      <Suffix/>
      <WegfallVar/>
      <MussFeld>False</MussFeld>
      <Trenner>
        <VariableVor>repositoryremark</VariableVor>
        <Zwischen>&lt;br&gt;</Zwischen>
        <VariableNach>copyright</VariableNach>
      </Trenner>
      <InDokument>True</InDokument>
      <Sektion>Bosch_footer_2</Sektion>
      <Reihenfolge/>
    </Variable>
    <Variable>
      <Name>dateformat</Name>
      <OrgInhalt>2021-01-05</OrgInhalt>
      <Wert>2021-02-19</Wert>
      <Platzhalter>False</Platzhalter>
      <DocDatenDialog>True</DocDatenDialog>
      <Label>Date</Label>
      <FrageVar>False</FrageVar>
      <Prefix/>
      <Suffix/>
      <WegfallVar/>
      <MussFeld>False</MussFeld>
      <Trenner>
        <VariableVor>departmentshort</VariableVor>
        <VariableVor>confidentiality</VariableVor>
        <VariableVor>businessunit</VariableVor>
        <Zwischen> | </Zwischen>
        <VariableNach>dateformat</VariableNach>
      </Trenner>
      <InDokument>True</InDokument>
      <Sektion>Bosch_footer_1</Sektion>
      <Reihenfolge>0</Reihenfolge>
    </Variable>
    <Variable>
      <Name>businessunit</Name>
      <OrgInhalt>Cross-Domain Computing Solutions</OrgInhalt>
      <Wert>Cross-Domain Computing Solutions</Wert>
      <Platzhalter>False</Platzhalter>
      <DocDatenDialog>False</DocDatenDialog>
      <Label>$tr_businessunit$</Label>
      <FrageVar>False</FrageVar>
      <Prefix/>
      <Suffix/>
      <WegfallVar/>
      <MussFeld>False</MussFeld>
      <Trenner>
        <VariableVor>confidentiality</VariableVor>
        <Zwischen> | </Zwischen>
        <VariableNach>businessunit</VariableNach>
      </Trenner>
      <InDokument>True</InDokument>
      <Sektion>Bosch_footer_1</Sektion>
      <Reihenfolge>0</Reihenfolge>
    </Variable>
    <Variable>
      <Name>repositoryremark</Name>
      <OrgInhalt/>
      <Wert/>
      <Platzhalter>False</Platzhalter>
      <DocDatenDialog>True</DocDatenDialog>
      <Label>Filing note</Label>
      <FrageVar>False</FrageVar>
      <Prefix/>
      <Suffix/>
      <WegfallVar/>
      <MussFeld>False</MussFeld>
      <InDokument>True</InDokument>
      <Sektion>Bosch_footer_2</Sektion>
      <Reihenfolge>0</Reihenfolge>
    </Variable>
  </Variablen>
</saxML>
</file>

<file path=customXml/item2.xml><?xml version="1.0" encoding="utf-8"?>
<sax_ColorSelect>
  <Line>
    <Color val="D70012"/>
    <Color val="EA6876"/>
    <Color val="a80163"/>
    <Color val="D067AD"/>
    <Color val="3f136c"/>
    <Color val="967CB1"/>
    <Color val="08427e"/>
    <Color val="6D9ABC"/>
    <Color val="0e78c5"/>
    <Color val="6FB9E2"/>
    <Color val="1399a0"/>
    <Color val="6FC9CC"/>
    <Color val="67b419"/>
    <Color val="AEDB7D"/>
    <Color val="0a5139"/>
    <Color val="6EA293"/>
    <Color val="999FA6"/>
    <Color val="D7D7D7"/>
    <Color val="000000"/>
    <Color val="FFFFFF"/>
  </Line>
</sax_ColorSelect>
</file>

<file path=customXml/itemProps1.xml><?xml version="1.0" encoding="utf-8"?>
<ds:datastoreItem xmlns:ds="http://schemas.openxmlformats.org/officeDocument/2006/customXml" ds:itemID="{0C448C28-9EEA-4021-9490-0728716AEC26}">
  <ds:schemaRefs/>
</ds:datastoreItem>
</file>

<file path=customXml/itemProps2.xml><?xml version="1.0" encoding="utf-8"?>
<ds:datastoreItem xmlns:ds="http://schemas.openxmlformats.org/officeDocument/2006/customXml" ds:itemID="{304CF217-3C90-4AA0-B541-CE45F9BD305E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presentation_169_1</Template>
  <TotalTime>0</TotalTime>
  <Words>283</Words>
  <Application>Microsoft Office PowerPoint</Application>
  <PresentationFormat>Benutzerdefiniert</PresentationFormat>
  <Paragraphs>90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1" baseType="lpstr">
      <vt:lpstr>72 Monospace</vt:lpstr>
      <vt:lpstr>Bosch Office Sans</vt:lpstr>
      <vt:lpstr>Calibri</vt:lpstr>
      <vt:lpstr>Courier New</vt:lpstr>
      <vt:lpstr>Wingdings 3</vt:lpstr>
      <vt:lpstr>Bosch NG</vt:lpstr>
      <vt:lpstr>genpackagedoc Concept</vt:lpstr>
      <vt:lpstr>PowerPoint-Präsentation</vt:lpstr>
      <vt:lpstr>PowerPoint-Präsentation</vt:lpstr>
      <vt:lpstr>PowerPoint-Präsentation</vt:lpstr>
      <vt:lpstr>PowerPoint-Präsentation</vt:lpstr>
    </vt:vector>
  </TitlesOfParts>
  <Company>BOSCH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Queckenstedt Holger (XC-CI1/ECA3)</dc:creator>
  <cp:lastModifiedBy>Queckenstedt Holger (XC-HWP/ESC3)</cp:lastModifiedBy>
  <cp:revision>816</cp:revision>
  <dcterms:created xsi:type="dcterms:W3CDTF">2021-01-05T16:03:01Z</dcterms:created>
  <dcterms:modified xsi:type="dcterms:W3CDTF">2026-03-23T16:16:34Z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ttachmentremark">
    <vt:lpwstr>$attachmentremark$</vt:lpwstr>
  </property>
  <property fmtid="{D5CDD505-2E9C-101B-9397-08002B2CF9AE}" pid="3" name="confidentiality">
    <vt:lpwstr>$confidentiality_internal$</vt:lpwstr>
  </property>
  <property fmtid="{D5CDD505-2E9C-101B-9397-08002B2CF9AE}" pid="4" name="copyright">
    <vt:lpwstr>$copyright$</vt:lpwstr>
  </property>
  <property fmtid="{D5CDD505-2E9C-101B-9397-08002B2CF9AE}" pid="5" name="dateformat">
    <vt:lpwstr>$dateformat$</vt:lpwstr>
  </property>
  <property fmtid="{D5CDD505-2E9C-101B-9397-08002B2CF9AE}" pid="6" name="businessunit">
    <vt:lpwstr>$businessunit$</vt:lpwstr>
  </property>
  <property fmtid="{D5CDD505-2E9C-101B-9397-08002B2CF9AE}" pid="7" name="repositoryremark">
    <vt:lpwstr>$repositoryremark$</vt:lpwstr>
  </property>
</Properties>
</file>